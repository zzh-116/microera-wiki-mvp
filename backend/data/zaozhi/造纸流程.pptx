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8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47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23E5B-57F7-499E-9344-48B74D2121D2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6F9C11-5678-4D2E-ABAB-DD9C9CDBC0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5384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6F9C11-5678-4D2E-ABAB-DD9C9CDBC0C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5792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4412F7-7475-F840-C50F-9F86B35C4F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D332D0C-F573-8080-70C1-F6C3583DB8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6E86DC-FC4C-1F76-FD74-4D3ABBDC6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8B6C1F-0757-CA47-2816-031A18C6A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4243D6-DBA5-2083-FBAE-8BDC29C83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03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7599-FAF1-31ED-52D5-DF526911E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5DFFCF-0DFE-98C6-8659-EF3A78549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17B2F1-5CB2-F784-854A-F7E101A6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5B954A-4672-34EC-D748-BE051D03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51CCD9-2F63-6F92-1EA0-5588FCA3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4620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0B7600-D766-81F7-D3F8-054E0CBDE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F28707-DF25-2B46-8BE7-84A9C0B89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FCB35E-1698-FCAE-5DC8-311CAA04F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688787-E467-529F-21D5-52D26DC7E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AD7084-9E4A-89CC-EB68-A2F4DE771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167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E39DEE-2E6E-FC9B-337C-8E5AE758B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C07C62-A99E-D95A-4B48-DD257E75E2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9995E4-859B-B52F-7D77-B02D459DC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DAA8E3-FCE6-B9B8-22F5-827544F29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3369B04-FDCB-3692-83C8-1FC4EF994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8F025F-A947-A01C-9BB2-033321214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564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F3B83-D275-2B59-07EA-E8F5569E0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461701-E693-5E95-610F-5851E76239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734EB1-AF0B-F80D-61EE-F341984FF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EA55209-5EDE-007A-7ACD-AC0868D306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111142E-9BBD-3CD3-3AC6-50016E8672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779EE70-9461-4452-F09D-B15EC1F2D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3622122-BAA3-72DC-922A-E9C2B6ED9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D374AF6-8ABC-4548-9B42-CED96698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4086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B6FA9F-D9FC-DC40-12E2-EFEB3D768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B6168-15F8-8EA3-4417-A4C60B07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A254DA2-D705-2A58-C78C-F26DDBAA4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E13D841-E003-0FC6-A692-6984B328A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6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885816E-108C-C588-5124-CBD470318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CE43353-6AB6-69A3-FF64-7C6B487FF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FC3886D-7889-838C-857D-28E82461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663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BA1EC2-AC96-3D1D-7125-AC359CCBE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FBA52E-7C6D-E626-DC50-06C55E490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1453BD3-11E8-E433-9CF1-D22E1B22A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277606-60C5-1BA4-F5DF-B7AE02FD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6FBE00-4FDE-DE4E-FB96-837E5D7F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6A3811-6909-4CC6-04EC-75EA8657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153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9A585-44D3-0CF6-0568-EBD53AC5C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E6544E8-47C0-31D3-7B0A-11A3D6C85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7547E7-73B3-7724-F0FB-EB1AEBCC3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F8CD31-44CA-23F4-F05F-8FBA2D72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218267D-CFCF-8360-7218-4054366B6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26EA56-A2C1-2810-B598-A63FA440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3131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7EA42-327E-5800-DA3C-DC2D61138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73CF7A6-D787-02CC-101A-5691762F0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73D7DF-A75F-5A07-89D6-045BB971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31173A-FE05-4053-A714-F992C77B0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89112B-D24D-5D5C-A107-E2B8CA923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5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85B6777-04CD-AADB-671B-B7D0659148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40CB6D-03BD-CB36-7466-78D538FEE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6F7666-3E64-1D60-AF04-CE1EEE85C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686884-A8AA-165B-2F7C-F0B002C68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4EBE9-8643-124E-48CC-C5ED6DD63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1688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0A7ADF-E0AB-8479-DABB-8A4DEB97D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C2F0952-0654-0B93-13F8-C7D9935B5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474E59-C3FE-DEA5-1FB3-06B671D94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AC1CC-D31D-4529-A020-D0EA8B0AA1E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37E682-1907-E0A7-3629-D56CA2604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BF75D8-DDA0-7A30-4FE0-209983837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EB74DA-C4ED-4E40-8B2F-3C1FEC9257A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238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8868E48-C5E6-2DA4-A0F0-CFB8B93A1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sp>
        <p:nvSpPr>
          <p:cNvPr id="9" name="椭圆 8">
            <a:extLst>
              <a:ext uri="{FF2B5EF4-FFF2-40B4-BE49-F238E27FC236}">
                <a16:creationId xmlns:a16="http://schemas.microsoft.com/office/drawing/2014/main" id="{7E266831-CB11-47B3-3AAA-BE7A075B2220}"/>
              </a:ext>
            </a:extLst>
          </p:cNvPr>
          <p:cNvSpPr/>
          <p:nvPr/>
        </p:nvSpPr>
        <p:spPr>
          <a:xfrm>
            <a:off x="6248400" y="4881880"/>
            <a:ext cx="1198880" cy="1188720"/>
          </a:xfrm>
          <a:prstGeom prst="ellipse">
            <a:avLst/>
          </a:prstGeom>
          <a:noFill/>
          <a:ln w="38100">
            <a:solidFill>
              <a:srgbClr val="1588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86944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</Words>
  <Application>Microsoft Office PowerPoint</Application>
  <PresentationFormat>宽屏</PresentationFormat>
  <Paragraphs>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jiaming guan</dc:creator>
  <cp:lastModifiedBy>jiaming guan</cp:lastModifiedBy>
  <cp:revision>2</cp:revision>
  <dcterms:created xsi:type="dcterms:W3CDTF">2025-11-25T08:09:24Z</dcterms:created>
  <dcterms:modified xsi:type="dcterms:W3CDTF">2025-11-25T08:17:52Z</dcterms:modified>
</cp:coreProperties>
</file>