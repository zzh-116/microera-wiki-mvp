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华文楷体"/>
        <a:ea typeface="华文楷体"/>
        <a:cs typeface="华文楷体"/>
        <a:sym typeface="华文楷体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6BA"/>
          </a:solidFill>
        </a:fill>
      </a:tcStyle>
    </a:firstCol>
    <a:lastRow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D8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华文楷体"/>
          <a:ea typeface="华文楷体"/>
          <a:cs typeface="华文楷体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华文楷体"/>
          <a:ea typeface="华文楷体"/>
          <a:cs typeface="华文楷体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>
            <a:spLocks noGrp="1"/>
          </p:cNvSpPr>
          <p:nvPr>
            <p:ph type="pic" idx="21"/>
          </p:nvPr>
        </p:nvSpPr>
        <p:spPr>
          <a:xfrm>
            <a:off x="3124200" y="-38100"/>
            <a:ext cx="18135600" cy="1209669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6000" spc="1200">
                <a:solidFill>
                  <a:srgbClr val="B51600"/>
                </a:solidFill>
                <a:latin typeface="华文楷体"/>
                <a:ea typeface="华文楷体"/>
                <a:cs typeface="华文楷体"/>
                <a:sym typeface="华文楷体"/>
              </a:defRPr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latin typeface="Kaiti SC Regular"/>
                <a:ea typeface="Kaiti SC Regular"/>
                <a:cs typeface="Kaiti SC Regular"/>
                <a:sym typeface="Kaiti SC Regular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lnSpc>
                <a:spcPct val="100000"/>
              </a:lnSpc>
              <a:spcBef>
                <a:spcPts val="4500"/>
              </a:spcBef>
              <a:defRPr sz="3800"/>
            </a:lvl1pPr>
            <a:lvl2pPr marL="1117600" indent="-558800">
              <a:lnSpc>
                <a:spcPct val="100000"/>
              </a:lnSpc>
              <a:spcBef>
                <a:spcPts val="4500"/>
              </a:spcBef>
              <a:defRPr sz="3800"/>
            </a:lvl2pPr>
            <a:lvl3pPr marL="1676400" indent="-558800">
              <a:lnSpc>
                <a:spcPct val="100000"/>
              </a:lnSpc>
              <a:spcBef>
                <a:spcPts val="4500"/>
              </a:spcBef>
              <a:defRPr sz="3800"/>
            </a:lvl3pPr>
            <a:lvl4pPr marL="2235200" indent="-558800">
              <a:lnSpc>
                <a:spcPct val="100000"/>
              </a:lnSpc>
              <a:spcBef>
                <a:spcPts val="4500"/>
              </a:spcBef>
              <a:defRPr sz="3800"/>
            </a:lvl4pPr>
            <a:lvl5pPr marL="2794000" indent="-558800">
              <a:lnSpc>
                <a:spcPct val="100000"/>
              </a:lnSpc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9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图像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图像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387600" y="8953500"/>
            <a:ext cx="19621500" cy="749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latin typeface="Apple Chancery"/>
                <a:ea typeface="Apple Chancery"/>
                <a:cs typeface="Apple Chancery"/>
                <a:sym typeface="Apple Chancery"/>
              </a:defRPr>
            </a:lvl1pPr>
            <a:lvl2pPr marL="1025769" indent="-390769" algn="ctr">
              <a:lnSpc>
                <a:spcPct val="100000"/>
              </a:lnSpc>
              <a:spcBef>
                <a:spcPts val="0"/>
              </a:spcBef>
              <a:defRPr sz="3200">
                <a:latin typeface="Apple Chancery"/>
                <a:ea typeface="Apple Chancery"/>
                <a:cs typeface="Apple Chancery"/>
                <a:sym typeface="Apple Chancery"/>
              </a:defRPr>
            </a:lvl2pPr>
            <a:lvl3pPr marL="1660769" indent="-390769" algn="ctr">
              <a:lnSpc>
                <a:spcPct val="100000"/>
              </a:lnSpc>
              <a:spcBef>
                <a:spcPts val="0"/>
              </a:spcBef>
              <a:defRPr sz="3200">
                <a:latin typeface="Apple Chancery"/>
                <a:ea typeface="Apple Chancery"/>
                <a:cs typeface="Apple Chancery"/>
                <a:sym typeface="Apple Chancery"/>
              </a:defRPr>
            </a:lvl3pPr>
            <a:lvl4pPr marL="2295769" indent="-390769" algn="ctr">
              <a:lnSpc>
                <a:spcPct val="100000"/>
              </a:lnSpc>
              <a:spcBef>
                <a:spcPts val="0"/>
              </a:spcBef>
              <a:defRPr sz="3200">
                <a:latin typeface="Apple Chancery"/>
                <a:ea typeface="Apple Chancery"/>
                <a:cs typeface="Apple Chancery"/>
                <a:sym typeface="Apple Chancery"/>
              </a:defRPr>
            </a:lvl4pPr>
            <a:lvl5pPr marL="2930769" indent="-390769" algn="ctr">
              <a:lnSpc>
                <a:spcPct val="100000"/>
              </a:lnSpc>
              <a:spcBef>
                <a:spcPts val="0"/>
              </a:spcBef>
              <a:defRPr sz="3200">
                <a:latin typeface="Apple Chancery"/>
                <a:ea typeface="Apple Chancery"/>
                <a:cs typeface="Apple Chancery"/>
                <a:sym typeface="Apple Chancery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21"/>
          </p:nvPr>
        </p:nvSpPr>
        <p:spPr>
          <a:xfrm>
            <a:off x="2387600" y="5905498"/>
            <a:ext cx="19621500" cy="1168402"/>
          </a:xfrm>
          <a:prstGeom prst="rect">
            <a:avLst/>
          </a:prstGeo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000">
                <a:latin typeface="Kaiti SC Regular"/>
                <a:ea typeface="Kaiti SC Regular"/>
                <a:cs typeface="Kaiti SC Regular"/>
                <a:sym typeface="Kaiti SC Regular"/>
              </a:defRPr>
            </a:pPr>
            <a:endParaRPr/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带标题的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000" spc="1200">
                <a:solidFill>
                  <a:srgbClr val="B51600"/>
                </a:solidFill>
                <a:latin typeface="华文楷体"/>
                <a:ea typeface="华文楷体"/>
                <a:cs typeface="华文楷体"/>
                <a:sym typeface="华文楷体"/>
              </a:defRPr>
            </a:lvl1pPr>
          </a:lstStyle>
          <a:p>
            <a:r>
              <a:t>标题文本</a:t>
            </a:r>
          </a:p>
        </p:txBody>
      </p:sp>
      <p:sp>
        <p:nvSpPr>
          <p:cNvPr id="11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竖排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标题文本"/>
          <p:cNvSpPr txBox="1">
            <a:spLocks noGrp="1"/>
          </p:cNvSpPr>
          <p:nvPr>
            <p:ph type="title"/>
          </p:nvPr>
        </p:nvSpPr>
        <p:spPr>
          <a:xfrm>
            <a:off x="951586" y="355600"/>
            <a:ext cx="1552025" cy="13004800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sz="6000" spc="1200">
                <a:solidFill>
                  <a:srgbClr val="B51600"/>
                </a:solidFill>
                <a:latin typeface="华文楷体"/>
                <a:ea typeface="华文楷体"/>
                <a:cs typeface="华文楷体"/>
                <a:sym typeface="华文楷体"/>
              </a:defRPr>
            </a:lvl1pPr>
          </a:lstStyle>
          <a:p>
            <a:r>
              <a:t>标题文本</a:t>
            </a:r>
          </a:p>
        </p:txBody>
      </p:sp>
      <p:sp>
        <p:nvSpPr>
          <p:cNvPr id="126" name="正文级别 1…"/>
          <p:cNvSpPr txBox="1">
            <a:spLocks noGrp="1"/>
          </p:cNvSpPr>
          <p:nvPr>
            <p:ph type="body" idx="1"/>
          </p:nvPr>
        </p:nvSpPr>
        <p:spPr>
          <a:xfrm>
            <a:off x="2772321" y="1051410"/>
            <a:ext cx="21005802" cy="1161318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>
                <a:latin typeface="Kaiti SC Regular"/>
                <a:ea typeface="Kaiti SC Regular"/>
                <a:cs typeface="Kaiti SC Regular"/>
                <a:sym typeface="Kaiti SC Regular"/>
              </a:defRPr>
            </a:lvl1pPr>
            <a:lvl2pPr>
              <a:spcBef>
                <a:spcPts val="0"/>
              </a:spcBef>
              <a:defRPr>
                <a:latin typeface="Kaiti SC Regular"/>
                <a:ea typeface="Kaiti SC Regular"/>
                <a:cs typeface="Kaiti SC Regular"/>
                <a:sym typeface="Kaiti SC Regular"/>
              </a:defRPr>
            </a:lvl2pPr>
            <a:lvl3pPr>
              <a:spcBef>
                <a:spcPts val="0"/>
              </a:spcBef>
              <a:defRPr>
                <a:latin typeface="Kaiti SC Regular"/>
                <a:ea typeface="Kaiti SC Regular"/>
                <a:cs typeface="Kaiti SC Regular"/>
                <a:sym typeface="Kaiti SC Regular"/>
              </a:defRPr>
            </a:lvl3pPr>
            <a:lvl4pPr>
              <a:spcBef>
                <a:spcPts val="0"/>
              </a:spcBef>
              <a:defRPr>
                <a:latin typeface="Kaiti SC Regular"/>
                <a:ea typeface="Kaiti SC Regular"/>
                <a:cs typeface="Kaiti SC Regular"/>
                <a:sym typeface="Kaiti SC Regular"/>
              </a:defRPr>
            </a:lvl4pPr>
            <a:lvl5pPr>
              <a:spcBef>
                <a:spcPts val="0"/>
              </a:spcBef>
              <a:defRPr>
                <a:latin typeface="Kaiti SC Regular"/>
                <a:ea typeface="Kaiti SC Regular"/>
                <a:cs typeface="Kaiti SC Regular"/>
                <a:sym typeface="Kaiti SC Regular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带标题的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000" spc="1200">
                <a:solidFill>
                  <a:srgbClr val="B51700"/>
                </a:solidFill>
                <a:latin typeface="华文楷体"/>
                <a:ea typeface="华文楷体"/>
                <a:cs typeface="华文楷体"/>
                <a:sym typeface="华文楷体"/>
              </a:defRPr>
            </a:lvl1pPr>
          </a:lstStyle>
          <a:p>
            <a:r>
              <a:t>标题文本</a:t>
            </a:r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</p:sldLayoutIdLst>
  <p:transition spd="med"/>
  <p:txStyles>
    <p:titleStyle>
      <a:lvl1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1pPr>
      <a:lvl2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2pPr>
      <a:lvl3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3pPr>
      <a:lvl4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4pPr>
      <a:lvl5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5pPr>
      <a:lvl6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6pPr>
      <a:lvl7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7pPr>
      <a:lvl8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8pPr>
      <a:lvl9pPr marL="0" marR="0" indent="0" algn="ctr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941100"/>
          </a:solidFill>
          <a:uFillTx/>
          <a:latin typeface="Kaiti SC Regular"/>
          <a:ea typeface="Kaiti SC Regular"/>
          <a:cs typeface="Kaiti SC Regular"/>
          <a:sym typeface="Kaiti SC Regular"/>
        </a:defRPr>
      </a:lvl9pPr>
    </p:titleStyle>
    <p:bodyStyle>
      <a:lvl1pPr marL="529165" marR="0" indent="-529165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1pPr>
      <a:lvl2pPr marL="1164165" marR="0" indent="-529166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2pPr>
      <a:lvl3pPr marL="1799165" marR="0" indent="-529165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3pPr>
      <a:lvl4pPr marL="2434165" marR="0" indent="-529165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4pPr>
      <a:lvl5pPr marL="3069165" marR="0" indent="-529165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5pPr>
      <a:lvl6pPr marL="3663461" marR="0" indent="-488461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6pPr>
      <a:lvl7pPr marL="4298461" marR="0" indent="-488461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7pPr>
      <a:lvl8pPr marL="4933461" marR="0" indent="-488461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8pPr>
      <a:lvl9pPr marL="5568461" marR="0" indent="-488461" algn="l" defTabSz="825500" rtl="0" latinLnBrk="0">
        <a:lnSpc>
          <a:spcPct val="12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FangSong"/>
          <a:ea typeface="FangSong"/>
          <a:cs typeface="FangSong"/>
          <a:sym typeface="FangSong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5D5A-462F-C557-DEDB-D62F6A9B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赛多利斯/SARTORIUS 不锈钢生物反应器 Biostat® D-DCU-不锈钢生物反应器-苏州科瑞斯仪器有限公司-电子天平|实验室仪器及 ...">
            <a:extLst>
              <a:ext uri="{FF2B5EF4-FFF2-40B4-BE49-F238E27FC236}">
                <a16:creationId xmlns:a16="http://schemas.microsoft.com/office/drawing/2014/main" id="{748F4637-2D9A-92F0-B9A8-204A20F3F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1249" y="10986140"/>
            <a:ext cx="3208700" cy="226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648BB22-2366-5831-D0A3-68AF211DA083}"/>
              </a:ext>
            </a:extLst>
          </p:cNvPr>
          <p:cNvSpPr/>
          <p:nvPr/>
        </p:nvSpPr>
        <p:spPr>
          <a:xfrm>
            <a:off x="7954443" y="1573461"/>
            <a:ext cx="1578911" cy="439036"/>
          </a:xfrm>
          <a:prstGeom prst="roundRect">
            <a:avLst>
              <a:gd name="adj" fmla="val 14371"/>
            </a:avLst>
          </a:prstGeom>
          <a:solidFill>
            <a:srgbClr val="0BA2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E437AA1-7D70-2032-E3C8-2516404B5AA9}"/>
              </a:ext>
            </a:extLst>
          </p:cNvPr>
          <p:cNvSpPr/>
          <p:nvPr/>
        </p:nvSpPr>
        <p:spPr>
          <a:xfrm>
            <a:off x="5629492" y="3670100"/>
            <a:ext cx="1578911" cy="439036"/>
          </a:xfrm>
          <a:prstGeom prst="roundRect">
            <a:avLst>
              <a:gd name="adj" fmla="val 14371"/>
            </a:avLst>
          </a:prstGeom>
          <a:solidFill>
            <a:srgbClr val="28A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pic>
        <p:nvPicPr>
          <p:cNvPr id="169" name="图片 168">
            <a:extLst>
              <a:ext uri="{FF2B5EF4-FFF2-40B4-BE49-F238E27FC236}">
                <a16:creationId xmlns:a16="http://schemas.microsoft.com/office/drawing/2014/main" id="{126C9110-F172-474F-0EBC-A7A2000C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977"/>
          <a:stretch/>
        </p:blipFill>
        <p:spPr>
          <a:xfrm>
            <a:off x="9807023" y="8987423"/>
            <a:ext cx="4492103" cy="152347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B5D3E82-6006-4F34-87BF-B9A70B6EE843}"/>
              </a:ext>
            </a:extLst>
          </p:cNvPr>
          <p:cNvSpPr/>
          <p:nvPr/>
        </p:nvSpPr>
        <p:spPr>
          <a:xfrm>
            <a:off x="6393604" y="261938"/>
            <a:ext cx="8306201" cy="1067302"/>
          </a:xfrm>
          <a:prstGeom prst="rect">
            <a:avLst/>
          </a:prstGeom>
          <a:noFill/>
          <a:ln w="38100">
            <a:solidFill>
              <a:srgbClr val="759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52F1B8-C1E5-5A04-EFF0-4D1EEDBBDF0D}"/>
              </a:ext>
            </a:extLst>
          </p:cNvPr>
          <p:cNvSpPr/>
          <p:nvPr/>
        </p:nvSpPr>
        <p:spPr>
          <a:xfrm>
            <a:off x="15079719" y="244040"/>
            <a:ext cx="3081939" cy="3279095"/>
          </a:xfrm>
          <a:prstGeom prst="roundRect">
            <a:avLst>
              <a:gd name="adj" fmla="val 7837"/>
            </a:avLst>
          </a:prstGeom>
          <a:noFill/>
          <a:ln w="34925">
            <a:solidFill>
              <a:srgbClr val="E6F4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2BC5A63-A52E-1467-B5A1-A8F4E778AFEE}"/>
              </a:ext>
            </a:extLst>
          </p:cNvPr>
          <p:cNvSpPr/>
          <p:nvPr/>
        </p:nvSpPr>
        <p:spPr>
          <a:xfrm>
            <a:off x="6370349" y="244041"/>
            <a:ext cx="1491965" cy="497475"/>
          </a:xfrm>
          <a:prstGeom prst="roundRect">
            <a:avLst/>
          </a:prstGeom>
          <a:solidFill>
            <a:srgbClr val="759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Ⅰ </a:t>
            </a:r>
            <a:r>
              <a:rPr lang="zh-CN" altLang="en-US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用户输入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70C617-334C-0ECE-50E4-8999A6D82E75}"/>
              </a:ext>
            </a:extLst>
          </p:cNvPr>
          <p:cNvSpPr txBox="1"/>
          <p:nvPr/>
        </p:nvSpPr>
        <p:spPr>
          <a:xfrm>
            <a:off x="8031519" y="526839"/>
            <a:ext cx="6606303" cy="553998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基于大肠杆菌苹果酸酶（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NP_415996.1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），提升催化丙酮酸生成 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  <a:p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L-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苹果酸 的效率，目标为提高催化效率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30%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2EDB5F-9303-04CA-2BF0-6A5B0B2CC7DC}"/>
              </a:ext>
            </a:extLst>
          </p:cNvPr>
          <p:cNvSpPr txBox="1"/>
          <p:nvPr/>
        </p:nvSpPr>
        <p:spPr>
          <a:xfrm>
            <a:off x="6457355" y="3130274"/>
            <a:ext cx="1117539" cy="254044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r>
              <a:rPr lang="en-US" altLang="zh-CN" sz="1651" b="1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EnzMaster</a:t>
            </a:r>
            <a:endParaRPr lang="zh-CN" altLang="en-US" sz="1651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DCC339-E677-B73F-3A0C-66477D1BAA37}"/>
              </a:ext>
            </a:extLst>
          </p:cNvPr>
          <p:cNvSpPr/>
          <p:nvPr/>
        </p:nvSpPr>
        <p:spPr>
          <a:xfrm>
            <a:off x="7976341" y="1597623"/>
            <a:ext cx="6727231" cy="1930978"/>
          </a:xfrm>
          <a:prstGeom prst="rect">
            <a:avLst/>
          </a:prstGeom>
          <a:noFill/>
          <a:ln w="38100">
            <a:solidFill>
              <a:srgbClr val="0BA29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2B5C2E3-663A-B09F-FBD0-3650F6DA0145}"/>
              </a:ext>
            </a:extLst>
          </p:cNvPr>
          <p:cNvSpPr txBox="1"/>
          <p:nvPr/>
        </p:nvSpPr>
        <p:spPr>
          <a:xfrm>
            <a:off x="7954443" y="1638048"/>
            <a:ext cx="1433621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Ⅱ </a:t>
            </a:r>
            <a:r>
              <a:rPr lang="zh-CN" altLang="en-US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规划阶段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6141460-51EF-4759-7ED1-BF060C16B4A6}"/>
              </a:ext>
            </a:extLst>
          </p:cNvPr>
          <p:cNvSpPr/>
          <p:nvPr/>
        </p:nvSpPr>
        <p:spPr>
          <a:xfrm>
            <a:off x="8756485" y="2131165"/>
            <a:ext cx="2234025" cy="416075"/>
          </a:xfrm>
          <a:prstGeom prst="roundRect">
            <a:avLst>
              <a:gd name="adj" fmla="val 14371"/>
            </a:avLst>
          </a:prstGeom>
          <a:solidFill>
            <a:srgbClr val="6DC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1421B5-6748-F177-6A75-D1F7B0A9974E}"/>
              </a:ext>
            </a:extLst>
          </p:cNvPr>
          <p:cNvSpPr/>
          <p:nvPr/>
        </p:nvSpPr>
        <p:spPr>
          <a:xfrm>
            <a:off x="8731089" y="2114439"/>
            <a:ext cx="2266174" cy="1284951"/>
          </a:xfrm>
          <a:prstGeom prst="roundRect">
            <a:avLst>
              <a:gd name="adj" fmla="val 9683"/>
            </a:avLst>
          </a:prstGeom>
          <a:noFill/>
          <a:ln w="38100">
            <a:solidFill>
              <a:srgbClr val="6DC7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C59102-17A2-034B-C63E-6A150C7320A6}"/>
              </a:ext>
            </a:extLst>
          </p:cNvPr>
          <p:cNvSpPr txBox="1"/>
          <p:nvPr/>
        </p:nvSpPr>
        <p:spPr>
          <a:xfrm>
            <a:off x="9244150" y="2177379"/>
            <a:ext cx="1063037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Plan RAG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F8C50F5-1366-91E6-FF10-F0338D2CD17D}"/>
              </a:ext>
            </a:extLst>
          </p:cNvPr>
          <p:cNvGrpSpPr/>
          <p:nvPr/>
        </p:nvGrpSpPr>
        <p:grpSpPr>
          <a:xfrm>
            <a:off x="11740823" y="2111274"/>
            <a:ext cx="2266174" cy="1291185"/>
            <a:chOff x="1518773" y="1802161"/>
            <a:chExt cx="1784350" cy="1016659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539C2C80-6682-E21E-8757-239BD80074AB}"/>
                </a:ext>
              </a:extLst>
            </p:cNvPr>
            <p:cNvSpPr/>
            <p:nvPr/>
          </p:nvSpPr>
          <p:spPr>
            <a:xfrm>
              <a:off x="1524091" y="1802161"/>
              <a:ext cx="1773714" cy="345690"/>
            </a:xfrm>
            <a:prstGeom prst="roundRect">
              <a:avLst>
                <a:gd name="adj" fmla="val 14371"/>
              </a:avLst>
            </a:prstGeom>
            <a:solidFill>
              <a:srgbClr val="6DC7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78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ECFC3F38-DF83-86BB-984E-5BB988C4502E}"/>
                </a:ext>
              </a:extLst>
            </p:cNvPr>
            <p:cNvSpPr/>
            <p:nvPr/>
          </p:nvSpPr>
          <p:spPr>
            <a:xfrm>
              <a:off x="1518773" y="1807070"/>
              <a:ext cx="1784350" cy="1011750"/>
            </a:xfrm>
            <a:prstGeom prst="roundRect">
              <a:avLst>
                <a:gd name="adj" fmla="val 9683"/>
              </a:avLst>
            </a:prstGeom>
            <a:noFill/>
            <a:ln w="38100">
              <a:solidFill>
                <a:srgbClr val="6DC7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08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E563096F-ACE9-CFCE-2203-EA3BE0823591}"/>
              </a:ext>
            </a:extLst>
          </p:cNvPr>
          <p:cNvSpPr/>
          <p:nvPr/>
        </p:nvSpPr>
        <p:spPr>
          <a:xfrm>
            <a:off x="5653031" y="3698580"/>
            <a:ext cx="13098528" cy="4831513"/>
          </a:xfrm>
          <a:prstGeom prst="rect">
            <a:avLst/>
          </a:prstGeom>
          <a:noFill/>
          <a:ln w="38100">
            <a:solidFill>
              <a:srgbClr val="28A7E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FC87590-E9D4-3341-D321-F8C7B08A8FCE}"/>
              </a:ext>
            </a:extLst>
          </p:cNvPr>
          <p:cNvSpPr/>
          <p:nvPr/>
        </p:nvSpPr>
        <p:spPr>
          <a:xfrm>
            <a:off x="9071361" y="4268453"/>
            <a:ext cx="1907799" cy="439036"/>
          </a:xfrm>
          <a:prstGeom prst="roundRect">
            <a:avLst>
              <a:gd name="adj" fmla="val 14371"/>
            </a:avLst>
          </a:prstGeom>
          <a:solidFill>
            <a:srgbClr val="6FC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B8FC51B-EF18-0E72-D38C-AC0CC4E63222}"/>
              </a:ext>
            </a:extLst>
          </p:cNvPr>
          <p:cNvSpPr/>
          <p:nvPr/>
        </p:nvSpPr>
        <p:spPr>
          <a:xfrm>
            <a:off x="9064607" y="4252004"/>
            <a:ext cx="1919240" cy="4178697"/>
          </a:xfrm>
          <a:prstGeom prst="roundRect">
            <a:avLst>
              <a:gd name="adj" fmla="val 6551"/>
            </a:avLst>
          </a:prstGeom>
          <a:noFill/>
          <a:ln w="38100">
            <a:solidFill>
              <a:srgbClr val="6FC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CE817CF-2DAF-8BFF-72EA-63AFCA6DE91D}"/>
              </a:ext>
            </a:extLst>
          </p:cNvPr>
          <p:cNvSpPr txBox="1"/>
          <p:nvPr/>
        </p:nvSpPr>
        <p:spPr>
          <a:xfrm>
            <a:off x="9404563" y="4730341"/>
            <a:ext cx="1253589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Gromacs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08F1D2F-BF5C-E144-FDBB-4862508D16F2}"/>
              </a:ext>
            </a:extLst>
          </p:cNvPr>
          <p:cNvSpPr txBox="1"/>
          <p:nvPr/>
        </p:nvSpPr>
        <p:spPr>
          <a:xfrm>
            <a:off x="9233134" y="5391948"/>
            <a:ext cx="1648197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ProteinMPNN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C00DD7C-32A5-6B70-D3DD-0D2893FB8B1E}"/>
              </a:ext>
            </a:extLst>
          </p:cNvPr>
          <p:cNvSpPr txBox="1"/>
          <p:nvPr/>
        </p:nvSpPr>
        <p:spPr>
          <a:xfrm>
            <a:off x="9566169" y="7439214"/>
            <a:ext cx="773090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……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3443EEC-A9D7-6128-B86C-0D6BE5F9016D}"/>
              </a:ext>
            </a:extLst>
          </p:cNvPr>
          <p:cNvSpPr txBox="1"/>
          <p:nvPr/>
        </p:nvSpPr>
        <p:spPr>
          <a:xfrm>
            <a:off x="9071362" y="4286303"/>
            <a:ext cx="1817927" cy="31271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zh-CN" altLang="en-US" sz="2032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计算工具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D4DFD40-2E9F-DF67-79D1-82555D218A2B}"/>
              </a:ext>
            </a:extLst>
          </p:cNvPr>
          <p:cNvSpPr txBox="1"/>
          <p:nvPr/>
        </p:nvSpPr>
        <p:spPr>
          <a:xfrm>
            <a:off x="12179150" y="2177379"/>
            <a:ext cx="1255398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Plan Agent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7DD13C9-5030-3D25-C2C2-69E7AC8E6ED4}"/>
              </a:ext>
            </a:extLst>
          </p:cNvPr>
          <p:cNvSpPr txBox="1"/>
          <p:nvPr/>
        </p:nvSpPr>
        <p:spPr>
          <a:xfrm>
            <a:off x="11826684" y="2688790"/>
            <a:ext cx="2028898" cy="508088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生成能实现用户目标的生产路线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5C4A36CD-20CC-6F93-DF7F-403127856D47}"/>
              </a:ext>
            </a:extLst>
          </p:cNvPr>
          <p:cNvGrpSpPr/>
          <p:nvPr/>
        </p:nvGrpSpPr>
        <p:grpSpPr>
          <a:xfrm>
            <a:off x="11346538" y="6352220"/>
            <a:ext cx="2266174" cy="1291185"/>
            <a:chOff x="1518773" y="1802161"/>
            <a:chExt cx="1784350" cy="1016659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A8CB08E-8CBD-8611-63B8-1E9F204DB828}"/>
                </a:ext>
              </a:extLst>
            </p:cNvPr>
            <p:cNvSpPr/>
            <p:nvPr/>
          </p:nvSpPr>
          <p:spPr>
            <a:xfrm>
              <a:off x="1524091" y="1802161"/>
              <a:ext cx="1773714" cy="345690"/>
            </a:xfrm>
            <a:prstGeom prst="roundRect">
              <a:avLst>
                <a:gd name="adj" fmla="val 14371"/>
              </a:avLst>
            </a:prstGeom>
            <a:solidFill>
              <a:srgbClr val="6FC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78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9151E700-9C2A-8F1C-1C87-3BFFDCB19F2D}"/>
                </a:ext>
              </a:extLst>
            </p:cNvPr>
            <p:cNvSpPr/>
            <p:nvPr/>
          </p:nvSpPr>
          <p:spPr>
            <a:xfrm>
              <a:off x="1518773" y="1807070"/>
              <a:ext cx="1784350" cy="1011750"/>
            </a:xfrm>
            <a:prstGeom prst="roundRect">
              <a:avLst>
                <a:gd name="adj" fmla="val 9683"/>
              </a:avLst>
            </a:prstGeom>
            <a:noFill/>
            <a:ln w="38100">
              <a:solidFill>
                <a:srgbClr val="6FC5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08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1D6953E-8010-E4AE-1D5C-D75346FF9738}"/>
              </a:ext>
            </a:extLst>
          </p:cNvPr>
          <p:cNvGrpSpPr/>
          <p:nvPr/>
        </p:nvGrpSpPr>
        <p:grpSpPr>
          <a:xfrm>
            <a:off x="14133793" y="4100535"/>
            <a:ext cx="2266174" cy="1051592"/>
            <a:chOff x="4986344" y="3986985"/>
            <a:chExt cx="1784350" cy="828007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D4880D06-AC63-D03B-9B67-F1179139D039}"/>
                </a:ext>
              </a:extLst>
            </p:cNvPr>
            <p:cNvSpPr/>
            <p:nvPr/>
          </p:nvSpPr>
          <p:spPr>
            <a:xfrm>
              <a:off x="4991662" y="3986985"/>
              <a:ext cx="1773714" cy="345690"/>
            </a:xfrm>
            <a:prstGeom prst="roundRect">
              <a:avLst>
                <a:gd name="adj" fmla="val 14371"/>
              </a:avLst>
            </a:prstGeom>
            <a:solidFill>
              <a:srgbClr val="6FC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78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5A4C251D-295D-47BF-D4B4-16CCE4140F90}"/>
                </a:ext>
              </a:extLst>
            </p:cNvPr>
            <p:cNvSpPr/>
            <p:nvPr/>
          </p:nvSpPr>
          <p:spPr>
            <a:xfrm>
              <a:off x="4986344" y="3991894"/>
              <a:ext cx="1784350" cy="823098"/>
            </a:xfrm>
            <a:prstGeom prst="roundRect">
              <a:avLst>
                <a:gd name="adj" fmla="val 9683"/>
              </a:avLst>
            </a:prstGeom>
            <a:noFill/>
            <a:ln w="38100">
              <a:solidFill>
                <a:srgbClr val="6FC5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08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D5BBDA0A-D16D-9131-C87C-5E10D2D887FC}"/>
              </a:ext>
            </a:extLst>
          </p:cNvPr>
          <p:cNvSpPr txBox="1"/>
          <p:nvPr/>
        </p:nvSpPr>
        <p:spPr>
          <a:xfrm>
            <a:off x="5703707" y="3749352"/>
            <a:ext cx="1378829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pPr algn="ctr"/>
            <a:r>
              <a:rPr lang="en-US" altLang="zh-CN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Ⅲ </a:t>
            </a:r>
            <a:r>
              <a:rPr lang="zh-CN" altLang="en-US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执行阶段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62D73ED-972D-BBCD-E61B-CE32ABA0BC79}"/>
              </a:ext>
            </a:extLst>
          </p:cNvPr>
          <p:cNvSpPr txBox="1"/>
          <p:nvPr/>
        </p:nvSpPr>
        <p:spPr>
          <a:xfrm>
            <a:off x="11675291" y="6443719"/>
            <a:ext cx="1483025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Tool Manager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5C65EA2-F15E-70F2-8154-9665CD1CCF67}"/>
              </a:ext>
            </a:extLst>
          </p:cNvPr>
          <p:cNvSpPr txBox="1"/>
          <p:nvPr/>
        </p:nvSpPr>
        <p:spPr>
          <a:xfrm>
            <a:off x="11939679" y="4751617"/>
            <a:ext cx="1027771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Tool RAG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DB58E95-CCA3-2749-7EA4-BE73090AC9FA}"/>
              </a:ext>
            </a:extLst>
          </p:cNvPr>
          <p:cNvSpPr txBox="1"/>
          <p:nvPr/>
        </p:nvSpPr>
        <p:spPr>
          <a:xfrm>
            <a:off x="14215987" y="4692646"/>
            <a:ext cx="2003644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生成使用工具的脚本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67CC851-BF87-AD21-84D6-BCB0ED08093A}"/>
              </a:ext>
            </a:extLst>
          </p:cNvPr>
          <p:cNvGrpSpPr/>
          <p:nvPr/>
        </p:nvGrpSpPr>
        <p:grpSpPr>
          <a:xfrm>
            <a:off x="14133793" y="5617481"/>
            <a:ext cx="2266174" cy="1051592"/>
            <a:chOff x="4986344" y="3986985"/>
            <a:chExt cx="1784350" cy="828007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51649AC4-F195-7B0B-6E34-53C49814CBDB}"/>
                </a:ext>
              </a:extLst>
            </p:cNvPr>
            <p:cNvSpPr/>
            <p:nvPr/>
          </p:nvSpPr>
          <p:spPr>
            <a:xfrm>
              <a:off x="4991662" y="3986985"/>
              <a:ext cx="1773714" cy="345690"/>
            </a:xfrm>
            <a:prstGeom prst="roundRect">
              <a:avLst>
                <a:gd name="adj" fmla="val 14371"/>
              </a:avLst>
            </a:prstGeom>
            <a:solidFill>
              <a:srgbClr val="6FC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78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095182AB-094F-C4DA-8B53-80E2289505DB}"/>
                </a:ext>
              </a:extLst>
            </p:cNvPr>
            <p:cNvSpPr/>
            <p:nvPr/>
          </p:nvSpPr>
          <p:spPr>
            <a:xfrm>
              <a:off x="4986344" y="3991894"/>
              <a:ext cx="1784350" cy="823098"/>
            </a:xfrm>
            <a:prstGeom prst="roundRect">
              <a:avLst>
                <a:gd name="adj" fmla="val 9683"/>
              </a:avLst>
            </a:prstGeom>
            <a:noFill/>
            <a:ln w="38100">
              <a:solidFill>
                <a:srgbClr val="6FC5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08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7C66668-59E6-AC6E-618F-8DE35FFA623D}"/>
              </a:ext>
            </a:extLst>
          </p:cNvPr>
          <p:cNvGrpSpPr/>
          <p:nvPr/>
        </p:nvGrpSpPr>
        <p:grpSpPr>
          <a:xfrm>
            <a:off x="14133793" y="7167455"/>
            <a:ext cx="2266174" cy="1051592"/>
            <a:chOff x="4986344" y="3986985"/>
            <a:chExt cx="1784350" cy="828007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23F4C77B-E6A3-1709-61BC-83568B927891}"/>
                </a:ext>
              </a:extLst>
            </p:cNvPr>
            <p:cNvSpPr/>
            <p:nvPr/>
          </p:nvSpPr>
          <p:spPr>
            <a:xfrm>
              <a:off x="4991662" y="3986985"/>
              <a:ext cx="1773714" cy="345690"/>
            </a:xfrm>
            <a:prstGeom prst="roundRect">
              <a:avLst>
                <a:gd name="adj" fmla="val 14371"/>
              </a:avLst>
            </a:prstGeom>
            <a:solidFill>
              <a:srgbClr val="6FC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78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8BACCE40-8D10-39F2-7788-1EF10A2A5BEC}"/>
                </a:ext>
              </a:extLst>
            </p:cNvPr>
            <p:cNvSpPr/>
            <p:nvPr/>
          </p:nvSpPr>
          <p:spPr>
            <a:xfrm>
              <a:off x="4986344" y="3991894"/>
              <a:ext cx="1784350" cy="823098"/>
            </a:xfrm>
            <a:prstGeom prst="roundRect">
              <a:avLst>
                <a:gd name="adj" fmla="val 9683"/>
              </a:avLst>
            </a:prstGeom>
            <a:noFill/>
            <a:ln w="38100">
              <a:solidFill>
                <a:srgbClr val="6FC5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08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A085CA48-6EB6-A70F-6CA7-1BFA1F477EBE}"/>
              </a:ext>
            </a:extLst>
          </p:cNvPr>
          <p:cNvSpPr txBox="1"/>
          <p:nvPr/>
        </p:nvSpPr>
        <p:spPr>
          <a:xfrm>
            <a:off x="14699805" y="4171563"/>
            <a:ext cx="1505621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Task Agent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3324C10-06BC-90FA-D0A8-C0892717B65A}"/>
              </a:ext>
            </a:extLst>
          </p:cNvPr>
          <p:cNvSpPr txBox="1"/>
          <p:nvPr/>
        </p:nvSpPr>
        <p:spPr>
          <a:xfrm>
            <a:off x="14430413" y="5694575"/>
            <a:ext cx="1672938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Debug Agent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2070B2F-B801-98BE-1BC5-BFF4A7756D8B}"/>
              </a:ext>
            </a:extLst>
          </p:cNvPr>
          <p:cNvSpPr txBox="1"/>
          <p:nvPr/>
        </p:nvSpPr>
        <p:spPr>
          <a:xfrm>
            <a:off x="14514070" y="7253161"/>
            <a:ext cx="1505621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en-US" altLang="zh-CN" sz="177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Check Agent</a:t>
            </a:r>
            <a:endParaRPr lang="zh-CN" altLang="en-US" sz="1778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527F6F-D2E2-3777-3CF8-3DA4FFF741F9}"/>
              </a:ext>
            </a:extLst>
          </p:cNvPr>
          <p:cNvSpPr txBox="1"/>
          <p:nvPr/>
        </p:nvSpPr>
        <p:spPr>
          <a:xfrm>
            <a:off x="14108099" y="6216412"/>
            <a:ext cx="2219420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检测成功运行还是报错</a:t>
            </a:r>
            <a:endParaRPr lang="en-US" altLang="zh-CN" sz="165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1CA8010-E940-415F-3263-1E9F113AB1C9}"/>
              </a:ext>
            </a:extLst>
          </p:cNvPr>
          <p:cNvSpPr txBox="1"/>
          <p:nvPr/>
        </p:nvSpPr>
        <p:spPr>
          <a:xfrm>
            <a:off x="14103386" y="7761922"/>
            <a:ext cx="2219420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检查结果以及修正路线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67077871-37A2-5959-7A93-53D39EA2C33A}"/>
              </a:ext>
            </a:extLst>
          </p:cNvPr>
          <p:cNvSpPr txBox="1"/>
          <p:nvPr/>
        </p:nvSpPr>
        <p:spPr>
          <a:xfrm>
            <a:off x="10863407" y="5240517"/>
            <a:ext cx="1088698" cy="508088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调用</a:t>
            </a:r>
            <a:endParaRPr lang="en-US" altLang="zh-CN" sz="165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工具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01BBDC7-BCEB-E377-8C72-554EB640C31C}"/>
              </a:ext>
            </a:extLst>
          </p:cNvPr>
          <p:cNvSpPr txBox="1"/>
          <p:nvPr/>
        </p:nvSpPr>
        <p:spPr>
          <a:xfrm>
            <a:off x="14632099" y="6798659"/>
            <a:ext cx="653951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成功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D26E6068-9B76-A8B1-E428-9CD7318AB234}"/>
              </a:ext>
            </a:extLst>
          </p:cNvPr>
          <p:cNvSpPr txBox="1"/>
          <p:nvPr/>
        </p:nvSpPr>
        <p:spPr>
          <a:xfrm>
            <a:off x="16713299" y="4320468"/>
            <a:ext cx="1604114" cy="254044"/>
          </a:xfrm>
          <a:prstGeom prst="rect">
            <a:avLst/>
          </a:prstGeom>
          <a:noFill/>
          <a:ln>
            <a:noFill/>
          </a:ln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b="1" dirty="0">
                <a:solidFill>
                  <a:srgbClr val="B1DDD4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日志记录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0A3DF42-2A5D-655A-E50B-A8CE8E5BF3E8}"/>
              </a:ext>
            </a:extLst>
          </p:cNvPr>
          <p:cNvSpPr txBox="1"/>
          <p:nvPr/>
        </p:nvSpPr>
        <p:spPr>
          <a:xfrm>
            <a:off x="16376597" y="6883737"/>
            <a:ext cx="1088698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报错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07EE551-523C-7629-9881-5FA68020557A}"/>
              </a:ext>
            </a:extLst>
          </p:cNvPr>
          <p:cNvSpPr txBox="1"/>
          <p:nvPr/>
        </p:nvSpPr>
        <p:spPr>
          <a:xfrm>
            <a:off x="16396139" y="7747502"/>
            <a:ext cx="1394766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无报错无输出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4BCA3725-3A7D-5929-6AD3-34C84FB80445}"/>
              </a:ext>
            </a:extLst>
          </p:cNvPr>
          <p:cNvSpPr/>
          <p:nvPr/>
        </p:nvSpPr>
        <p:spPr>
          <a:xfrm>
            <a:off x="17093280" y="5903411"/>
            <a:ext cx="1489300" cy="601827"/>
          </a:xfrm>
          <a:prstGeom prst="roundRect">
            <a:avLst>
              <a:gd name="adj" fmla="val 7287"/>
            </a:avLst>
          </a:prstGeom>
          <a:solidFill>
            <a:srgbClr val="6FC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7DEF855-FF7A-498E-51C6-669985B635C5}"/>
              </a:ext>
            </a:extLst>
          </p:cNvPr>
          <p:cNvCxnSpPr>
            <a:cxnSpLocks/>
            <a:stCxn id="69" idx="2"/>
            <a:endCxn id="82" idx="0"/>
          </p:cNvCxnSpPr>
          <p:nvPr/>
        </p:nvCxnSpPr>
        <p:spPr>
          <a:xfrm>
            <a:off x="15266880" y="5152127"/>
            <a:ext cx="2" cy="542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5164001-6286-EF8B-1164-92B89BD84661}"/>
              </a:ext>
            </a:extLst>
          </p:cNvPr>
          <p:cNvCxnSpPr>
            <a:stCxn id="77" idx="2"/>
            <a:endCxn id="83" idx="0"/>
          </p:cNvCxnSpPr>
          <p:nvPr/>
        </p:nvCxnSpPr>
        <p:spPr>
          <a:xfrm>
            <a:off x="15266880" y="6669073"/>
            <a:ext cx="1" cy="5840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49FB418A-EE79-833E-3BE1-D139FA973AB6}"/>
              </a:ext>
            </a:extLst>
          </p:cNvPr>
          <p:cNvSpPr txBox="1"/>
          <p:nvPr/>
        </p:nvSpPr>
        <p:spPr>
          <a:xfrm>
            <a:off x="16681196" y="6041757"/>
            <a:ext cx="2219418" cy="31271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zh-CN" altLang="en-US" sz="2032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内存模块</a:t>
            </a:r>
          </a:p>
        </p:txBody>
      </p: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46FB6A62-40D5-846B-A0E3-4083A3C1A6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460770" y="4553988"/>
            <a:ext cx="1265504" cy="143385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7F560A4C-FB37-ECB3-6F48-C105D91174C3}"/>
              </a:ext>
            </a:extLst>
          </p:cNvPr>
          <p:cNvCxnSpPr>
            <a:cxnSpLocks/>
            <a:stCxn id="80" idx="3"/>
            <a:endCxn id="91" idx="2"/>
          </p:cNvCxnSpPr>
          <p:nvPr/>
        </p:nvCxnSpPr>
        <p:spPr>
          <a:xfrm flipV="1">
            <a:off x="16399968" y="6505238"/>
            <a:ext cx="1437962" cy="119113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247337A5-5AE6-0F05-D703-CE7C1932181B}"/>
              </a:ext>
            </a:extLst>
          </p:cNvPr>
          <p:cNvCxnSpPr>
            <a:cxnSpLocks/>
          </p:cNvCxnSpPr>
          <p:nvPr/>
        </p:nvCxnSpPr>
        <p:spPr>
          <a:xfrm>
            <a:off x="15266881" y="6855657"/>
            <a:ext cx="25527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C9AB344-0322-8DF9-9DB4-97A404F09190}"/>
              </a:ext>
            </a:extLst>
          </p:cNvPr>
          <p:cNvCxnSpPr>
            <a:cxnSpLocks/>
          </p:cNvCxnSpPr>
          <p:nvPr/>
        </p:nvCxnSpPr>
        <p:spPr>
          <a:xfrm>
            <a:off x="9204924" y="5016822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63E2B290-1480-0AE1-3111-CD0271E5A305}"/>
              </a:ext>
            </a:extLst>
          </p:cNvPr>
          <p:cNvCxnSpPr>
            <a:cxnSpLocks/>
          </p:cNvCxnSpPr>
          <p:nvPr/>
        </p:nvCxnSpPr>
        <p:spPr>
          <a:xfrm>
            <a:off x="9204924" y="5333285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470B16AE-65DE-0444-0E33-3C8A0411783B}"/>
              </a:ext>
            </a:extLst>
          </p:cNvPr>
          <p:cNvCxnSpPr>
            <a:cxnSpLocks/>
          </p:cNvCxnSpPr>
          <p:nvPr/>
        </p:nvCxnSpPr>
        <p:spPr>
          <a:xfrm>
            <a:off x="9204924" y="5723019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26554657-C699-B352-587D-1DAC8A4C1B92}"/>
              </a:ext>
            </a:extLst>
          </p:cNvPr>
          <p:cNvCxnSpPr>
            <a:cxnSpLocks/>
          </p:cNvCxnSpPr>
          <p:nvPr/>
        </p:nvCxnSpPr>
        <p:spPr>
          <a:xfrm>
            <a:off x="9197793" y="6041757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574AA362-F05E-3F23-369D-910A3C5DDD4B}"/>
              </a:ext>
            </a:extLst>
          </p:cNvPr>
          <p:cNvCxnSpPr>
            <a:cxnSpLocks/>
          </p:cNvCxnSpPr>
          <p:nvPr/>
        </p:nvCxnSpPr>
        <p:spPr>
          <a:xfrm>
            <a:off x="9204924" y="6443719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8F9ED32A-956C-C32D-50B5-54BD4501A1F5}"/>
              </a:ext>
            </a:extLst>
          </p:cNvPr>
          <p:cNvCxnSpPr>
            <a:cxnSpLocks/>
          </p:cNvCxnSpPr>
          <p:nvPr/>
        </p:nvCxnSpPr>
        <p:spPr>
          <a:xfrm>
            <a:off x="9164400" y="6883666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C9DEB92C-9C93-87F5-0CB7-046FE6ACF443}"/>
              </a:ext>
            </a:extLst>
          </p:cNvPr>
          <p:cNvCxnSpPr>
            <a:cxnSpLocks/>
          </p:cNvCxnSpPr>
          <p:nvPr/>
        </p:nvCxnSpPr>
        <p:spPr>
          <a:xfrm>
            <a:off x="9186891" y="7202250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CD217A31-6C14-52B1-29C2-0A45475E9208}"/>
              </a:ext>
            </a:extLst>
          </p:cNvPr>
          <p:cNvCxnSpPr>
            <a:cxnSpLocks/>
          </p:cNvCxnSpPr>
          <p:nvPr/>
        </p:nvCxnSpPr>
        <p:spPr>
          <a:xfrm>
            <a:off x="9192715" y="7550960"/>
            <a:ext cx="1652868" cy="0"/>
          </a:xfrm>
          <a:prstGeom prst="line">
            <a:avLst/>
          </a:prstGeom>
          <a:ln w="19050">
            <a:solidFill>
              <a:srgbClr val="0BA29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CE6BA9DE-0EE2-1F58-3AFB-474C79082C0D}"/>
              </a:ext>
            </a:extLst>
          </p:cNvPr>
          <p:cNvSpPr/>
          <p:nvPr/>
        </p:nvSpPr>
        <p:spPr>
          <a:xfrm>
            <a:off x="6088283" y="8746464"/>
            <a:ext cx="1578911" cy="439036"/>
          </a:xfrm>
          <a:prstGeom prst="roundRect">
            <a:avLst>
              <a:gd name="adj" fmla="val 14371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F5BF0D0D-C9AB-1600-7269-4B3E752F9D89}"/>
              </a:ext>
            </a:extLst>
          </p:cNvPr>
          <p:cNvSpPr/>
          <p:nvPr/>
        </p:nvSpPr>
        <p:spPr>
          <a:xfrm>
            <a:off x="6088283" y="8730551"/>
            <a:ext cx="12231550" cy="2086091"/>
          </a:xfrm>
          <a:prstGeom prst="roundRect">
            <a:avLst>
              <a:gd name="adj" fmla="val 6590"/>
            </a:avLst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49BB46C-F9BA-65D1-668A-B14A194BB22B}"/>
              </a:ext>
            </a:extLst>
          </p:cNvPr>
          <p:cNvSpPr txBox="1"/>
          <p:nvPr/>
        </p:nvSpPr>
        <p:spPr>
          <a:xfrm>
            <a:off x="6466474" y="8829172"/>
            <a:ext cx="920370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pPr algn="ctr"/>
            <a:r>
              <a:rPr lang="en-US" altLang="zh-CN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Ⅳ </a:t>
            </a:r>
            <a:r>
              <a:rPr lang="zh-CN" altLang="en-US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结果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FE037BC-F37F-C567-097E-707A00B906D0}"/>
              </a:ext>
            </a:extLst>
          </p:cNvPr>
          <p:cNvSpPr txBox="1"/>
          <p:nvPr/>
        </p:nvSpPr>
        <p:spPr>
          <a:xfrm>
            <a:off x="18011161" y="8366480"/>
            <a:ext cx="802057" cy="390876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en-US" altLang="zh-CN" sz="254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x </a:t>
            </a:r>
            <a:r>
              <a:rPr lang="en-US" altLang="zh-CN" sz="254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N</a:t>
            </a:r>
            <a:endParaRPr lang="zh-CN" altLang="en-US" sz="2540" i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6786D1B6-6931-9120-A5C0-B8832A55A4B5}"/>
              </a:ext>
            </a:extLst>
          </p:cNvPr>
          <p:cNvCxnSpPr/>
          <p:nvPr/>
        </p:nvCxnSpPr>
        <p:spPr>
          <a:xfrm>
            <a:off x="9990431" y="1023435"/>
            <a:ext cx="1" cy="465353"/>
          </a:xfrm>
          <a:prstGeom prst="straightConnector1">
            <a:avLst/>
          </a:prstGeom>
          <a:ln w="41275">
            <a:gradFill>
              <a:gsLst>
                <a:gs pos="31000">
                  <a:srgbClr val="7591E2"/>
                </a:gs>
                <a:gs pos="80000">
                  <a:srgbClr val="00B05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01E0713E-51AD-9E6F-9F2C-6C1392E8ED79}"/>
              </a:ext>
            </a:extLst>
          </p:cNvPr>
          <p:cNvCxnSpPr>
            <a:cxnSpLocks/>
          </p:cNvCxnSpPr>
          <p:nvPr/>
        </p:nvCxnSpPr>
        <p:spPr>
          <a:xfrm>
            <a:off x="11170591" y="3478964"/>
            <a:ext cx="0" cy="485777"/>
          </a:xfrm>
          <a:prstGeom prst="straightConnector1">
            <a:avLst/>
          </a:prstGeom>
          <a:ln w="41275">
            <a:gradFill>
              <a:gsLst>
                <a:gs pos="68000">
                  <a:srgbClr val="28A7E1"/>
                </a:gs>
                <a:gs pos="24000">
                  <a:srgbClr val="00B05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880172D-1CB3-7915-7715-954CA8575F5A}"/>
              </a:ext>
            </a:extLst>
          </p:cNvPr>
          <p:cNvSpPr txBox="1"/>
          <p:nvPr/>
        </p:nvSpPr>
        <p:spPr>
          <a:xfrm>
            <a:off x="15075953" y="543497"/>
            <a:ext cx="2815623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步骤一：酶信息检索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8C8EF36-2469-A44D-A152-FDD285515F18}"/>
              </a:ext>
            </a:extLst>
          </p:cNvPr>
          <p:cNvSpPr txBox="1"/>
          <p:nvPr/>
        </p:nvSpPr>
        <p:spPr>
          <a:xfrm>
            <a:off x="15075950" y="1022878"/>
            <a:ext cx="2986619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步骤二：初始酶结构预测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D0A7D63-1126-A89C-15DA-C50A205DAB89}"/>
              </a:ext>
            </a:extLst>
          </p:cNvPr>
          <p:cNvSpPr txBox="1"/>
          <p:nvPr/>
        </p:nvSpPr>
        <p:spPr>
          <a:xfrm>
            <a:off x="15075954" y="1529303"/>
            <a:ext cx="2986619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步骤三：单点突变扫描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A8A03415-84B8-6E2C-0EF5-E04DD7FF4738}"/>
              </a:ext>
            </a:extLst>
          </p:cNvPr>
          <p:cNvSpPr txBox="1"/>
          <p:nvPr/>
        </p:nvSpPr>
        <p:spPr>
          <a:xfrm>
            <a:off x="15075953" y="2019642"/>
            <a:ext cx="3081936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步骤四：湿实验数据反馈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5F78345-37C3-92D8-2ED9-ECD2716363D7}"/>
              </a:ext>
            </a:extLst>
          </p:cNvPr>
          <p:cNvSpPr txBox="1"/>
          <p:nvPr/>
        </p:nvSpPr>
        <p:spPr>
          <a:xfrm>
            <a:off x="15075953" y="2537046"/>
            <a:ext cx="2363771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en-US" altLang="zh-CN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……</a:t>
            </a:r>
            <a:endParaRPr lang="zh-CN" altLang="en-US" sz="165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84A149F1-342A-5EB6-4277-FDC599F83EC8}"/>
              </a:ext>
            </a:extLst>
          </p:cNvPr>
          <p:cNvSpPr txBox="1"/>
          <p:nvPr/>
        </p:nvSpPr>
        <p:spPr>
          <a:xfrm>
            <a:off x="15075952" y="3134814"/>
            <a:ext cx="2986621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步骤八：最终结果及报告生成</a:t>
            </a:r>
          </a:p>
        </p:txBody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9D7DCD6-138A-9D5A-F465-F20B1AC3F229}"/>
              </a:ext>
            </a:extLst>
          </p:cNvPr>
          <p:cNvCxnSpPr>
            <a:cxnSpLocks/>
          </p:cNvCxnSpPr>
          <p:nvPr/>
        </p:nvCxnSpPr>
        <p:spPr>
          <a:xfrm>
            <a:off x="15148379" y="848446"/>
            <a:ext cx="2914195" cy="0"/>
          </a:xfrm>
          <a:prstGeom prst="line">
            <a:avLst/>
          </a:prstGeom>
          <a:ln w="19050">
            <a:solidFill>
              <a:srgbClr val="E6F4F1">
                <a:alpha val="65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8FD592E8-F32A-A85F-09FD-99315D13816D}"/>
              </a:ext>
            </a:extLst>
          </p:cNvPr>
          <p:cNvCxnSpPr>
            <a:cxnSpLocks/>
          </p:cNvCxnSpPr>
          <p:nvPr/>
        </p:nvCxnSpPr>
        <p:spPr>
          <a:xfrm>
            <a:off x="15148379" y="1385866"/>
            <a:ext cx="2914195" cy="0"/>
          </a:xfrm>
          <a:prstGeom prst="line">
            <a:avLst/>
          </a:prstGeom>
          <a:ln w="19050">
            <a:solidFill>
              <a:srgbClr val="E6F4F1">
                <a:alpha val="65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ACC4BFA7-1A94-A3F0-5B72-5F38A4E2AFE1}"/>
              </a:ext>
            </a:extLst>
          </p:cNvPr>
          <p:cNvCxnSpPr>
            <a:cxnSpLocks/>
          </p:cNvCxnSpPr>
          <p:nvPr/>
        </p:nvCxnSpPr>
        <p:spPr>
          <a:xfrm>
            <a:off x="15148379" y="1923286"/>
            <a:ext cx="2914195" cy="0"/>
          </a:xfrm>
          <a:prstGeom prst="line">
            <a:avLst/>
          </a:prstGeom>
          <a:ln w="19050">
            <a:solidFill>
              <a:srgbClr val="E6F4F1">
                <a:alpha val="65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B81CDD01-FA7D-E06E-8237-A30F20A64073}"/>
              </a:ext>
            </a:extLst>
          </p:cNvPr>
          <p:cNvCxnSpPr>
            <a:cxnSpLocks/>
          </p:cNvCxnSpPr>
          <p:nvPr/>
        </p:nvCxnSpPr>
        <p:spPr>
          <a:xfrm>
            <a:off x="15148379" y="2460706"/>
            <a:ext cx="2914195" cy="0"/>
          </a:xfrm>
          <a:prstGeom prst="line">
            <a:avLst/>
          </a:prstGeom>
          <a:ln w="19050">
            <a:solidFill>
              <a:srgbClr val="E6F4F1">
                <a:alpha val="65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A3E054BE-0D01-D1E8-D6E1-BB8EF1D8497D}"/>
              </a:ext>
            </a:extLst>
          </p:cNvPr>
          <p:cNvCxnSpPr>
            <a:cxnSpLocks/>
          </p:cNvCxnSpPr>
          <p:nvPr/>
        </p:nvCxnSpPr>
        <p:spPr>
          <a:xfrm>
            <a:off x="15148379" y="2998126"/>
            <a:ext cx="2914195" cy="0"/>
          </a:xfrm>
          <a:prstGeom prst="line">
            <a:avLst/>
          </a:prstGeom>
          <a:ln w="19050">
            <a:solidFill>
              <a:srgbClr val="E6F4F1">
                <a:alpha val="65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191780AE-2969-E3D0-87EC-96065D137969}"/>
              </a:ext>
            </a:extLst>
          </p:cNvPr>
          <p:cNvSpPr/>
          <p:nvPr/>
        </p:nvSpPr>
        <p:spPr>
          <a:xfrm>
            <a:off x="5889773" y="4268453"/>
            <a:ext cx="1907799" cy="439036"/>
          </a:xfrm>
          <a:prstGeom prst="roundRect">
            <a:avLst>
              <a:gd name="adj" fmla="val 14371"/>
            </a:avLst>
          </a:prstGeom>
          <a:solidFill>
            <a:srgbClr val="6FC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BEFE4D22-8877-F065-3627-B5520A90084C}"/>
              </a:ext>
            </a:extLst>
          </p:cNvPr>
          <p:cNvSpPr/>
          <p:nvPr/>
        </p:nvSpPr>
        <p:spPr>
          <a:xfrm>
            <a:off x="5883019" y="4252004"/>
            <a:ext cx="1919240" cy="4178697"/>
          </a:xfrm>
          <a:prstGeom prst="roundRect">
            <a:avLst>
              <a:gd name="adj" fmla="val 6551"/>
            </a:avLst>
          </a:prstGeom>
          <a:noFill/>
          <a:ln w="38100">
            <a:solidFill>
              <a:srgbClr val="6FC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BB74EB6-076A-68BA-D1F9-8C0262E24945}"/>
              </a:ext>
            </a:extLst>
          </p:cNvPr>
          <p:cNvSpPr txBox="1"/>
          <p:nvPr/>
        </p:nvSpPr>
        <p:spPr>
          <a:xfrm>
            <a:off x="5903171" y="4947787"/>
            <a:ext cx="1838489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实验</a:t>
            </a:r>
            <a:r>
              <a:rPr lang="en-US" altLang="zh-CN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protocol</a:t>
            </a:r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设计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9449916-91BA-1C60-3B0A-6B3BE69166FF}"/>
              </a:ext>
            </a:extLst>
          </p:cNvPr>
          <p:cNvSpPr txBox="1"/>
          <p:nvPr/>
        </p:nvSpPr>
        <p:spPr>
          <a:xfrm>
            <a:off x="5889775" y="4286303"/>
            <a:ext cx="1817927" cy="31271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zh-CN" altLang="en-US" sz="2032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实验工具</a:t>
            </a:r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D1E6A403-6036-2BEE-8866-0C1D23AFB4C0}"/>
              </a:ext>
            </a:extLst>
          </p:cNvPr>
          <p:cNvCxnSpPr>
            <a:cxnSpLocks/>
          </p:cNvCxnSpPr>
          <p:nvPr/>
        </p:nvCxnSpPr>
        <p:spPr>
          <a:xfrm>
            <a:off x="6088283" y="5259666"/>
            <a:ext cx="1652868" cy="0"/>
          </a:xfrm>
          <a:prstGeom prst="line">
            <a:avLst/>
          </a:prstGeom>
          <a:ln w="19050">
            <a:solidFill>
              <a:srgbClr val="6FC5EB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3FCD3018-D853-6B2F-0B52-64BCA02FA5C7}"/>
              </a:ext>
            </a:extLst>
          </p:cNvPr>
          <p:cNvCxnSpPr>
            <a:cxnSpLocks/>
          </p:cNvCxnSpPr>
          <p:nvPr/>
        </p:nvCxnSpPr>
        <p:spPr>
          <a:xfrm>
            <a:off x="6016204" y="5667484"/>
            <a:ext cx="1652868" cy="0"/>
          </a:xfrm>
          <a:prstGeom prst="line">
            <a:avLst/>
          </a:prstGeom>
          <a:ln w="19050">
            <a:solidFill>
              <a:srgbClr val="6FC5EB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图片 169">
            <a:extLst>
              <a:ext uri="{FF2B5EF4-FFF2-40B4-BE49-F238E27FC236}">
                <a16:creationId xmlns:a16="http://schemas.microsoft.com/office/drawing/2014/main" id="{B0A30545-CAB5-0A13-974C-D058B8A5F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794" y="8989310"/>
            <a:ext cx="1789331" cy="1732581"/>
          </a:xfrm>
          <a:prstGeom prst="rect">
            <a:avLst/>
          </a:prstGeom>
        </p:spPr>
      </p:pic>
      <p:pic>
        <p:nvPicPr>
          <p:cNvPr id="171" name="图片 170">
            <a:extLst>
              <a:ext uri="{FF2B5EF4-FFF2-40B4-BE49-F238E27FC236}">
                <a16:creationId xmlns:a16="http://schemas.microsoft.com/office/drawing/2014/main" id="{88A0CA78-32E4-1A20-66EA-340850326E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91" t="1874" b="15144"/>
          <a:stretch/>
        </p:blipFill>
        <p:spPr>
          <a:xfrm>
            <a:off x="14570599" y="9042723"/>
            <a:ext cx="3573754" cy="1476744"/>
          </a:xfrm>
          <a:prstGeom prst="rect">
            <a:avLst/>
          </a:prstGeom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34AFD0F4-F5C7-E2D8-7F8E-5C7A15F3D4DB}"/>
              </a:ext>
            </a:extLst>
          </p:cNvPr>
          <p:cNvSpPr txBox="1"/>
          <p:nvPr/>
        </p:nvSpPr>
        <p:spPr>
          <a:xfrm>
            <a:off x="9335114" y="5046066"/>
            <a:ext cx="1392487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AMBER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09AF7E06-2D07-E86B-DF1D-7A783C21B2A0}"/>
              </a:ext>
            </a:extLst>
          </p:cNvPr>
          <p:cNvSpPr txBox="1"/>
          <p:nvPr/>
        </p:nvSpPr>
        <p:spPr>
          <a:xfrm>
            <a:off x="5888841" y="5398099"/>
            <a:ext cx="1838489" cy="254044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zh-CN" altLang="en-US" sz="165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湿实验数据反馈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D6BA1-6BF8-2BE3-B315-83D5823A88C3}"/>
              </a:ext>
            </a:extLst>
          </p:cNvPr>
          <p:cNvSpPr txBox="1"/>
          <p:nvPr/>
        </p:nvSpPr>
        <p:spPr>
          <a:xfrm>
            <a:off x="9262748" y="6112916"/>
            <a:ext cx="1537218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RFDiffusion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F632BA-9BCE-CE7F-574C-C11325124A44}"/>
              </a:ext>
            </a:extLst>
          </p:cNvPr>
          <p:cNvSpPr txBox="1"/>
          <p:nvPr/>
        </p:nvSpPr>
        <p:spPr>
          <a:xfrm>
            <a:off x="9262748" y="5745766"/>
            <a:ext cx="1537218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AlphaFold2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0E28CA-FC37-7E27-F826-7778DFDC177D}"/>
              </a:ext>
            </a:extLst>
          </p:cNvPr>
          <p:cNvSpPr txBox="1"/>
          <p:nvPr/>
        </p:nvSpPr>
        <p:spPr>
          <a:xfrm>
            <a:off x="9188290" y="6502605"/>
            <a:ext cx="1537218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PocketGen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C22053-490C-7F70-C424-68D1D8C6A82F}"/>
              </a:ext>
            </a:extLst>
          </p:cNvPr>
          <p:cNvSpPr txBox="1"/>
          <p:nvPr/>
        </p:nvSpPr>
        <p:spPr>
          <a:xfrm>
            <a:off x="9244716" y="6925681"/>
            <a:ext cx="1537218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Rosetta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1C890E-5FC4-150D-2B0F-58E8DD85651D}"/>
              </a:ext>
            </a:extLst>
          </p:cNvPr>
          <p:cNvSpPr txBox="1"/>
          <p:nvPr/>
        </p:nvSpPr>
        <p:spPr>
          <a:xfrm>
            <a:off x="9250541" y="7265530"/>
            <a:ext cx="1537218" cy="273601"/>
          </a:xfrm>
          <a:prstGeom prst="rect">
            <a:avLst/>
          </a:prstGeom>
          <a:noFill/>
        </p:spPr>
        <p:txBody>
          <a:bodyPr wrap="square" lIns="116131" tIns="0" rIns="0" bIns="0" rtlCol="0">
            <a:spAutoFit/>
          </a:bodyPr>
          <a:lstStyle/>
          <a:p>
            <a:pPr algn="ctr"/>
            <a:r>
              <a:rPr lang="en-US" altLang="zh-CN" sz="1778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ESM3</a:t>
            </a:r>
            <a:endParaRPr lang="zh-CN" altLang="en-US" sz="1778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28526AF-EA48-9547-7F45-CC38658EC9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1" t="6112" r="28707" b="11235"/>
          <a:stretch>
            <a:fillRect/>
          </a:stretch>
        </p:blipFill>
        <p:spPr>
          <a:xfrm>
            <a:off x="5913919" y="6801891"/>
            <a:ext cx="1857437" cy="1331374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7BC5691-2A77-BF53-4A52-42A9E780F361}"/>
              </a:ext>
            </a:extLst>
          </p:cNvPr>
          <p:cNvCxnSpPr>
            <a:cxnSpLocks/>
          </p:cNvCxnSpPr>
          <p:nvPr/>
        </p:nvCxnSpPr>
        <p:spPr>
          <a:xfrm>
            <a:off x="6624118" y="5920702"/>
            <a:ext cx="1" cy="589928"/>
          </a:xfrm>
          <a:prstGeom prst="straightConnector1">
            <a:avLst/>
          </a:prstGeom>
          <a:ln w="15875">
            <a:solidFill>
              <a:srgbClr val="6FC5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AA38DFE-821E-AFFE-73B1-273BB06BEF7B}"/>
              </a:ext>
            </a:extLst>
          </p:cNvPr>
          <p:cNvCxnSpPr>
            <a:cxnSpLocks/>
          </p:cNvCxnSpPr>
          <p:nvPr/>
        </p:nvCxnSpPr>
        <p:spPr>
          <a:xfrm flipV="1">
            <a:off x="6914718" y="5925395"/>
            <a:ext cx="16501" cy="604453"/>
          </a:xfrm>
          <a:prstGeom prst="straightConnector1">
            <a:avLst/>
          </a:prstGeom>
          <a:ln w="15875">
            <a:solidFill>
              <a:srgbClr val="6FC5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29CCB561-268F-6817-8CCA-022BA1D5FF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57593" y="4366213"/>
            <a:ext cx="1787640" cy="1612810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073F98-2B69-CF1C-AD74-2856845BB7DA}"/>
              </a:ext>
            </a:extLst>
          </p:cNvPr>
          <p:cNvCxnSpPr>
            <a:cxnSpLocks/>
          </p:cNvCxnSpPr>
          <p:nvPr/>
        </p:nvCxnSpPr>
        <p:spPr>
          <a:xfrm flipH="1">
            <a:off x="13642828" y="4803086"/>
            <a:ext cx="4605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423C554-B60A-AA91-D9C2-8FCF194FE593}"/>
              </a:ext>
            </a:extLst>
          </p:cNvPr>
          <p:cNvCxnSpPr>
            <a:cxnSpLocks/>
          </p:cNvCxnSpPr>
          <p:nvPr/>
        </p:nvCxnSpPr>
        <p:spPr>
          <a:xfrm flipH="1">
            <a:off x="11011885" y="5515974"/>
            <a:ext cx="8147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004F95E-A6A8-B9AF-0309-6B9E2C5F713B}"/>
              </a:ext>
            </a:extLst>
          </p:cNvPr>
          <p:cNvCxnSpPr>
            <a:cxnSpLocks/>
          </p:cNvCxnSpPr>
          <p:nvPr/>
        </p:nvCxnSpPr>
        <p:spPr>
          <a:xfrm>
            <a:off x="10979160" y="7208335"/>
            <a:ext cx="3828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0915989-5E9D-B42C-244F-5A262761195A}"/>
              </a:ext>
            </a:extLst>
          </p:cNvPr>
          <p:cNvCxnSpPr>
            <a:cxnSpLocks/>
          </p:cNvCxnSpPr>
          <p:nvPr/>
        </p:nvCxnSpPr>
        <p:spPr>
          <a:xfrm>
            <a:off x="13680199" y="6539777"/>
            <a:ext cx="3828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54329F0-E545-331C-DD15-72AE23504692}"/>
              </a:ext>
            </a:extLst>
          </p:cNvPr>
          <p:cNvCxnSpPr>
            <a:cxnSpLocks/>
          </p:cNvCxnSpPr>
          <p:nvPr/>
        </p:nvCxnSpPr>
        <p:spPr>
          <a:xfrm flipH="1">
            <a:off x="7797574" y="5526352"/>
            <a:ext cx="12431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71E456B-E58F-BB97-BD93-C17559F77457}"/>
              </a:ext>
            </a:extLst>
          </p:cNvPr>
          <p:cNvCxnSpPr>
            <a:cxnSpLocks/>
          </p:cNvCxnSpPr>
          <p:nvPr/>
        </p:nvCxnSpPr>
        <p:spPr>
          <a:xfrm>
            <a:off x="7829905" y="7232063"/>
            <a:ext cx="12347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图片 52">
            <a:extLst>
              <a:ext uri="{FF2B5EF4-FFF2-40B4-BE49-F238E27FC236}">
                <a16:creationId xmlns:a16="http://schemas.microsoft.com/office/drawing/2014/main" id="{BA54A586-8F5C-D3D2-BA55-B39C2538C7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4287" y="6996256"/>
            <a:ext cx="1142761" cy="364214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C3062ED8-2E50-AFBF-1C77-3778D371C1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80220" y="6922908"/>
            <a:ext cx="972427" cy="518096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601F9F9D-2695-1350-30C2-41D1CEEF4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4474" y="2593454"/>
            <a:ext cx="751195" cy="751195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6D67015-F891-8389-B05D-F98063761A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1606" y="1741700"/>
            <a:ext cx="1304919" cy="13049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rgbClr val="28A7E1"/>
            </a:solidFill>
          </a:ln>
        </p:spPr>
      </p:pic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3DFFC03D-65F6-7EF6-05FA-3B194923A9A6}"/>
              </a:ext>
            </a:extLst>
          </p:cNvPr>
          <p:cNvCxnSpPr>
            <a:cxnSpLocks/>
          </p:cNvCxnSpPr>
          <p:nvPr/>
        </p:nvCxnSpPr>
        <p:spPr>
          <a:xfrm>
            <a:off x="12710976" y="8430702"/>
            <a:ext cx="0" cy="485777"/>
          </a:xfrm>
          <a:prstGeom prst="straightConnector1">
            <a:avLst/>
          </a:prstGeom>
          <a:ln w="41275">
            <a:gradFill>
              <a:gsLst>
                <a:gs pos="100000">
                  <a:srgbClr val="F8B529"/>
                </a:gs>
                <a:gs pos="0">
                  <a:srgbClr val="00B0F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1115F3F0-D663-4CAF-AF84-89FE10359E7E}"/>
              </a:ext>
            </a:extLst>
          </p:cNvPr>
          <p:cNvGrpSpPr/>
          <p:nvPr/>
        </p:nvGrpSpPr>
        <p:grpSpPr>
          <a:xfrm>
            <a:off x="7943125" y="5715696"/>
            <a:ext cx="1031051" cy="1295018"/>
            <a:chOff x="3092594" y="5522143"/>
            <a:chExt cx="811833" cy="113033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06BBE-2340-461A-A813-5C102059BF04}"/>
                </a:ext>
              </a:extLst>
            </p:cNvPr>
            <p:cNvSpPr/>
            <p:nvPr/>
          </p:nvSpPr>
          <p:spPr>
            <a:xfrm>
              <a:off x="3121636" y="5522143"/>
              <a:ext cx="716499" cy="1130334"/>
            </a:xfrm>
            <a:prstGeom prst="rect">
              <a:avLst/>
            </a:prstGeom>
            <a:solidFill>
              <a:srgbClr val="FFF3D5"/>
            </a:solidFill>
            <a:ln w="19050">
              <a:solidFill>
                <a:srgbClr val="FFE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6131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08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E0B6B1A4-161A-480D-914F-B75945D048A5}"/>
                </a:ext>
              </a:extLst>
            </p:cNvPr>
            <p:cNvGrpSpPr/>
            <p:nvPr/>
          </p:nvGrpSpPr>
          <p:grpSpPr>
            <a:xfrm>
              <a:off x="3160178" y="5600760"/>
              <a:ext cx="623856" cy="711932"/>
              <a:chOff x="3147476" y="5422965"/>
              <a:chExt cx="623856" cy="711932"/>
            </a:xfrm>
          </p:grpSpPr>
          <p:grpSp>
            <p:nvGrpSpPr>
              <p:cNvPr id="194" name="组合 193">
                <a:extLst>
                  <a:ext uri="{FF2B5EF4-FFF2-40B4-BE49-F238E27FC236}">
                    <a16:creationId xmlns:a16="http://schemas.microsoft.com/office/drawing/2014/main" id="{F5BABA34-2A4F-4659-B581-B684C996551E}"/>
                  </a:ext>
                </a:extLst>
              </p:cNvPr>
              <p:cNvGrpSpPr/>
              <p:nvPr/>
            </p:nvGrpSpPr>
            <p:grpSpPr>
              <a:xfrm>
                <a:off x="3147476" y="5431525"/>
                <a:ext cx="171889" cy="171889"/>
                <a:chOff x="1691149" y="2240641"/>
                <a:chExt cx="1182529" cy="1182529"/>
              </a:xfrm>
            </p:grpSpPr>
            <p:grpSp>
              <p:nvGrpSpPr>
                <p:cNvPr id="213" name="组合 212">
                  <a:extLst>
                    <a:ext uri="{FF2B5EF4-FFF2-40B4-BE49-F238E27FC236}">
                      <a16:creationId xmlns:a16="http://schemas.microsoft.com/office/drawing/2014/main" id="{729540C7-A8A7-499B-81B0-3B6A38D0CC31}"/>
                    </a:ext>
                  </a:extLst>
                </p:cNvPr>
                <p:cNvGrpSpPr/>
                <p:nvPr/>
              </p:nvGrpSpPr>
              <p:grpSpPr>
                <a:xfrm>
                  <a:off x="1691149" y="2240641"/>
                  <a:ext cx="1182529" cy="1182529"/>
                  <a:chOff x="633708" y="3704524"/>
                  <a:chExt cx="207095" cy="207095"/>
                </a:xfrm>
              </p:grpSpPr>
              <p:sp>
                <p:nvSpPr>
                  <p:cNvPr id="215" name="椭圆 214">
                    <a:extLst>
                      <a:ext uri="{FF2B5EF4-FFF2-40B4-BE49-F238E27FC236}">
                        <a16:creationId xmlns:a16="http://schemas.microsoft.com/office/drawing/2014/main" id="{D2BF7EFF-19AD-497B-A4CA-9546CC45F0D8}"/>
                      </a:ext>
                    </a:extLst>
                  </p:cNvPr>
                  <p:cNvSpPr/>
                  <p:nvPr/>
                </p:nvSpPr>
                <p:spPr>
                  <a:xfrm>
                    <a:off x="633708" y="3704524"/>
                    <a:ext cx="207095" cy="207095"/>
                  </a:xfrm>
                  <a:prstGeom prst="ellipse">
                    <a:avLst/>
                  </a:prstGeom>
                  <a:solidFill>
                    <a:srgbClr val="FD7A7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6" name="椭圆 215">
                    <a:extLst>
                      <a:ext uri="{FF2B5EF4-FFF2-40B4-BE49-F238E27FC236}">
                        <a16:creationId xmlns:a16="http://schemas.microsoft.com/office/drawing/2014/main" id="{7B247822-C0C0-4F16-9AE0-03E8B8717D6C}"/>
                      </a:ext>
                    </a:extLst>
                  </p:cNvPr>
                  <p:cNvSpPr/>
                  <p:nvPr/>
                </p:nvSpPr>
                <p:spPr>
                  <a:xfrm>
                    <a:off x="672529" y="3760444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7" name="椭圆 216">
                    <a:extLst>
                      <a:ext uri="{FF2B5EF4-FFF2-40B4-BE49-F238E27FC236}">
                        <a16:creationId xmlns:a16="http://schemas.microsoft.com/office/drawing/2014/main" id="{779F8CBC-EBA4-40DE-9583-10F9A2099C4F}"/>
                      </a:ext>
                    </a:extLst>
                  </p:cNvPr>
                  <p:cNvSpPr/>
                  <p:nvPr/>
                </p:nvSpPr>
                <p:spPr>
                  <a:xfrm>
                    <a:off x="756666" y="3760444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14" name="Rectangle 167">
                  <a:extLst>
                    <a:ext uri="{FF2B5EF4-FFF2-40B4-BE49-F238E27FC236}">
                      <a16:creationId xmlns:a16="http://schemas.microsoft.com/office/drawing/2014/main" id="{CE6C13B0-7C39-4A8A-86AC-4B0070ED301E}"/>
                    </a:ext>
                  </a:extLst>
                </p:cNvPr>
                <p:cNvSpPr/>
                <p:nvPr/>
              </p:nvSpPr>
              <p:spPr>
                <a:xfrm>
                  <a:off x="1985616" y="2475690"/>
                  <a:ext cx="740052" cy="776208"/>
                </a:xfrm>
                <a:custGeom>
                  <a:avLst/>
                  <a:gdLst>
                    <a:gd name="T0" fmla="*/ 3531 w 4137"/>
                    <a:gd name="T1" fmla="*/ 606 h 4137"/>
                    <a:gd name="T2" fmla="*/ 2069 w 4137"/>
                    <a:gd name="T3" fmla="*/ 0 h 4137"/>
                    <a:gd name="T4" fmla="*/ 606 w 4137"/>
                    <a:gd name="T5" fmla="*/ 606 h 4137"/>
                    <a:gd name="T6" fmla="*/ 0 w 4137"/>
                    <a:gd name="T7" fmla="*/ 2069 h 4137"/>
                    <a:gd name="T8" fmla="*/ 606 w 4137"/>
                    <a:gd name="T9" fmla="*/ 3531 h 4137"/>
                    <a:gd name="T10" fmla="*/ 2069 w 4137"/>
                    <a:gd name="T11" fmla="*/ 4137 h 4137"/>
                    <a:gd name="T12" fmla="*/ 3531 w 4137"/>
                    <a:gd name="T13" fmla="*/ 3531 h 4137"/>
                    <a:gd name="T14" fmla="*/ 4137 w 4137"/>
                    <a:gd name="T15" fmla="*/ 2069 h 4137"/>
                    <a:gd name="T16" fmla="*/ 3531 w 4137"/>
                    <a:gd name="T17" fmla="*/ 606 h 4137"/>
                    <a:gd name="T18" fmla="*/ 800 w 4137"/>
                    <a:gd name="T19" fmla="*/ 1580 h 4137"/>
                    <a:gd name="T20" fmla="*/ 1257 w 4137"/>
                    <a:gd name="T21" fmla="*/ 1123 h 4137"/>
                    <a:gd name="T22" fmla="*/ 1713 w 4137"/>
                    <a:gd name="T23" fmla="*/ 1580 h 4137"/>
                    <a:gd name="T24" fmla="*/ 1257 w 4137"/>
                    <a:gd name="T25" fmla="*/ 2037 h 4137"/>
                    <a:gd name="T26" fmla="*/ 800 w 4137"/>
                    <a:gd name="T27" fmla="*/ 1580 h 4137"/>
                    <a:gd name="T28" fmla="*/ 3010 w 4137"/>
                    <a:gd name="T29" fmla="*/ 3039 h 4137"/>
                    <a:gd name="T30" fmla="*/ 2727 w 4137"/>
                    <a:gd name="T31" fmla="*/ 3039 h 4137"/>
                    <a:gd name="T32" fmla="*/ 2069 w 4137"/>
                    <a:gd name="T33" fmla="*/ 2766 h 4137"/>
                    <a:gd name="T34" fmla="*/ 1410 w 4137"/>
                    <a:gd name="T35" fmla="*/ 3039 h 4137"/>
                    <a:gd name="T36" fmla="*/ 1269 w 4137"/>
                    <a:gd name="T37" fmla="*/ 3097 h 4137"/>
                    <a:gd name="T38" fmla="*/ 1128 w 4137"/>
                    <a:gd name="T39" fmla="*/ 3039 h 4137"/>
                    <a:gd name="T40" fmla="*/ 1128 w 4137"/>
                    <a:gd name="T41" fmla="*/ 2756 h 4137"/>
                    <a:gd name="T42" fmla="*/ 2069 w 4137"/>
                    <a:gd name="T43" fmla="*/ 2366 h 4137"/>
                    <a:gd name="T44" fmla="*/ 3010 w 4137"/>
                    <a:gd name="T45" fmla="*/ 2756 h 4137"/>
                    <a:gd name="T46" fmla="*/ 3010 w 4137"/>
                    <a:gd name="T47" fmla="*/ 3039 h 4137"/>
                    <a:gd name="T48" fmla="*/ 2880 w 4137"/>
                    <a:gd name="T49" fmla="*/ 2037 h 4137"/>
                    <a:gd name="T50" fmla="*/ 2424 w 4137"/>
                    <a:gd name="T51" fmla="*/ 1580 h 4137"/>
                    <a:gd name="T52" fmla="*/ 2880 w 4137"/>
                    <a:gd name="T53" fmla="*/ 1123 h 4137"/>
                    <a:gd name="T54" fmla="*/ 3337 w 4137"/>
                    <a:gd name="T55" fmla="*/ 1580 h 4137"/>
                    <a:gd name="T56" fmla="*/ 2880 w 4137"/>
                    <a:gd name="T57" fmla="*/ 2037 h 4137"/>
                    <a:gd name="connsiteX0" fmla="*/ 8535 w 10000"/>
                    <a:gd name="connsiteY0" fmla="*/ 1465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65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24" fmla="*/ 6962 w 10000"/>
                    <a:gd name="connsiteY24" fmla="*/ 4924 h 10000"/>
                    <a:gd name="connsiteX25" fmla="*/ 5859 w 10000"/>
                    <a:gd name="connsiteY25" fmla="*/ 3819 h 10000"/>
                    <a:gd name="connsiteX26" fmla="*/ 8066 w 10000"/>
                    <a:gd name="connsiteY26" fmla="*/ 3819 h 10000"/>
                    <a:gd name="connsiteX27" fmla="*/ 6962 w 10000"/>
                    <a:gd name="connsiteY27" fmla="*/ 4924 h 10000"/>
                    <a:gd name="connsiteX0" fmla="*/ 8535 w 10000"/>
                    <a:gd name="connsiteY0" fmla="*/ 1465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65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24" fmla="*/ 6962 w 10000"/>
                    <a:gd name="connsiteY24" fmla="*/ 4924 h 10000"/>
                    <a:gd name="connsiteX25" fmla="*/ 8066 w 10000"/>
                    <a:gd name="connsiteY25" fmla="*/ 3819 h 10000"/>
                    <a:gd name="connsiteX26" fmla="*/ 6962 w 10000"/>
                    <a:gd name="connsiteY26" fmla="*/ 4924 h 10000"/>
                    <a:gd name="connsiteX0" fmla="*/ 8535 w 10000"/>
                    <a:gd name="connsiteY0" fmla="*/ 1465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65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0" fmla="*/ 8535 w 10000"/>
                    <a:gd name="connsiteY0" fmla="*/ 1400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00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0" fmla="*/ 8535 w 10000"/>
                    <a:gd name="connsiteY0" fmla="*/ 1400 h 10000"/>
                    <a:gd name="connsiteX1" fmla="*/ 1934 w 10000"/>
                    <a:gd name="connsiteY1" fmla="*/ 3819 h 10000"/>
                    <a:gd name="connsiteX2" fmla="*/ 3038 w 10000"/>
                    <a:gd name="connsiteY2" fmla="*/ 2715 h 10000"/>
                    <a:gd name="connsiteX3" fmla="*/ 4141 w 10000"/>
                    <a:gd name="connsiteY3" fmla="*/ 3819 h 10000"/>
                    <a:gd name="connsiteX4" fmla="*/ 3038 w 10000"/>
                    <a:gd name="connsiteY4" fmla="*/ 4924 h 10000"/>
                    <a:gd name="connsiteX5" fmla="*/ 1934 w 10000"/>
                    <a:gd name="connsiteY5" fmla="*/ 3819 h 10000"/>
                    <a:gd name="connsiteX6" fmla="*/ 7276 w 10000"/>
                    <a:gd name="connsiteY6" fmla="*/ 7346 h 10000"/>
                    <a:gd name="connsiteX7" fmla="*/ 6592 w 10000"/>
                    <a:gd name="connsiteY7" fmla="*/ 7346 h 10000"/>
                    <a:gd name="connsiteX8" fmla="*/ 5001 w 10000"/>
                    <a:gd name="connsiteY8" fmla="*/ 6686 h 10000"/>
                    <a:gd name="connsiteX9" fmla="*/ 3408 w 10000"/>
                    <a:gd name="connsiteY9" fmla="*/ 7346 h 10000"/>
                    <a:gd name="connsiteX10" fmla="*/ 3067 w 10000"/>
                    <a:gd name="connsiteY10" fmla="*/ 7486 h 10000"/>
                    <a:gd name="connsiteX11" fmla="*/ 2727 w 10000"/>
                    <a:gd name="connsiteY11" fmla="*/ 7346 h 10000"/>
                    <a:gd name="connsiteX12" fmla="*/ 2727 w 10000"/>
                    <a:gd name="connsiteY12" fmla="*/ 6662 h 10000"/>
                    <a:gd name="connsiteX13" fmla="*/ 5001 w 10000"/>
                    <a:gd name="connsiteY13" fmla="*/ 5719 h 10000"/>
                    <a:gd name="connsiteX14" fmla="*/ 7276 w 10000"/>
                    <a:gd name="connsiteY14" fmla="*/ 6662 h 10000"/>
                    <a:gd name="connsiteX15" fmla="*/ 7276 w 10000"/>
                    <a:gd name="connsiteY15" fmla="*/ 7346 h 10000"/>
                    <a:gd name="connsiteX16" fmla="*/ 5001 w 10000"/>
                    <a:gd name="connsiteY16" fmla="*/ 0 h 10000"/>
                    <a:gd name="connsiteX17" fmla="*/ 1465 w 10000"/>
                    <a:gd name="connsiteY17" fmla="*/ 1465 h 10000"/>
                    <a:gd name="connsiteX18" fmla="*/ 0 w 10000"/>
                    <a:gd name="connsiteY18" fmla="*/ 5001 h 10000"/>
                    <a:gd name="connsiteX19" fmla="*/ 1465 w 10000"/>
                    <a:gd name="connsiteY19" fmla="*/ 8535 h 10000"/>
                    <a:gd name="connsiteX20" fmla="*/ 5001 w 10000"/>
                    <a:gd name="connsiteY20" fmla="*/ 10000 h 10000"/>
                    <a:gd name="connsiteX21" fmla="*/ 8535 w 10000"/>
                    <a:gd name="connsiteY21" fmla="*/ 8535 h 10000"/>
                    <a:gd name="connsiteX22" fmla="*/ 10000 w 10000"/>
                    <a:gd name="connsiteY22" fmla="*/ 5001 h 10000"/>
                    <a:gd name="connsiteX23" fmla="*/ 8768 w 10000"/>
                    <a:gd name="connsiteY23" fmla="*/ 1634 h 10000"/>
                    <a:gd name="connsiteX0" fmla="*/ 8535 w 10000"/>
                    <a:gd name="connsiteY0" fmla="*/ 1400 h 10000"/>
                    <a:gd name="connsiteX1" fmla="*/ 3038 w 10000"/>
                    <a:gd name="connsiteY1" fmla="*/ 4924 h 10000"/>
                    <a:gd name="connsiteX2" fmla="*/ 3038 w 10000"/>
                    <a:gd name="connsiteY2" fmla="*/ 2715 h 10000"/>
                    <a:gd name="connsiteX3" fmla="*/ 4141 w 10000"/>
                    <a:gd name="connsiteY3" fmla="*/ 3819 h 10000"/>
                    <a:gd name="connsiteX4" fmla="*/ 3038 w 10000"/>
                    <a:gd name="connsiteY4" fmla="*/ 4924 h 10000"/>
                    <a:gd name="connsiteX5" fmla="*/ 7276 w 10000"/>
                    <a:gd name="connsiteY5" fmla="*/ 7346 h 10000"/>
                    <a:gd name="connsiteX6" fmla="*/ 6592 w 10000"/>
                    <a:gd name="connsiteY6" fmla="*/ 7346 h 10000"/>
                    <a:gd name="connsiteX7" fmla="*/ 5001 w 10000"/>
                    <a:gd name="connsiteY7" fmla="*/ 6686 h 10000"/>
                    <a:gd name="connsiteX8" fmla="*/ 3408 w 10000"/>
                    <a:gd name="connsiteY8" fmla="*/ 7346 h 10000"/>
                    <a:gd name="connsiteX9" fmla="*/ 3067 w 10000"/>
                    <a:gd name="connsiteY9" fmla="*/ 7486 h 10000"/>
                    <a:gd name="connsiteX10" fmla="*/ 2727 w 10000"/>
                    <a:gd name="connsiteY10" fmla="*/ 7346 h 10000"/>
                    <a:gd name="connsiteX11" fmla="*/ 2727 w 10000"/>
                    <a:gd name="connsiteY11" fmla="*/ 6662 h 10000"/>
                    <a:gd name="connsiteX12" fmla="*/ 5001 w 10000"/>
                    <a:gd name="connsiteY12" fmla="*/ 5719 h 10000"/>
                    <a:gd name="connsiteX13" fmla="*/ 7276 w 10000"/>
                    <a:gd name="connsiteY13" fmla="*/ 6662 h 10000"/>
                    <a:gd name="connsiteX14" fmla="*/ 7276 w 10000"/>
                    <a:gd name="connsiteY14" fmla="*/ 7346 h 10000"/>
                    <a:gd name="connsiteX15" fmla="*/ 5001 w 10000"/>
                    <a:gd name="connsiteY15" fmla="*/ 0 h 10000"/>
                    <a:gd name="connsiteX16" fmla="*/ 1465 w 10000"/>
                    <a:gd name="connsiteY16" fmla="*/ 1465 h 10000"/>
                    <a:gd name="connsiteX17" fmla="*/ 0 w 10000"/>
                    <a:gd name="connsiteY17" fmla="*/ 5001 h 10000"/>
                    <a:gd name="connsiteX18" fmla="*/ 1465 w 10000"/>
                    <a:gd name="connsiteY18" fmla="*/ 8535 h 10000"/>
                    <a:gd name="connsiteX19" fmla="*/ 5001 w 10000"/>
                    <a:gd name="connsiteY19" fmla="*/ 10000 h 10000"/>
                    <a:gd name="connsiteX20" fmla="*/ 8535 w 10000"/>
                    <a:gd name="connsiteY20" fmla="*/ 8535 h 10000"/>
                    <a:gd name="connsiteX21" fmla="*/ 10000 w 10000"/>
                    <a:gd name="connsiteY21" fmla="*/ 5001 h 10000"/>
                    <a:gd name="connsiteX22" fmla="*/ 8768 w 10000"/>
                    <a:gd name="connsiteY22" fmla="*/ 1634 h 10000"/>
                    <a:gd name="connsiteX0" fmla="*/ 8535 w 10000"/>
                    <a:gd name="connsiteY0" fmla="*/ 1400 h 10000"/>
                    <a:gd name="connsiteX1" fmla="*/ 3038 w 10000"/>
                    <a:gd name="connsiteY1" fmla="*/ 4924 h 10000"/>
                    <a:gd name="connsiteX2" fmla="*/ 3038 w 10000"/>
                    <a:gd name="connsiteY2" fmla="*/ 2715 h 10000"/>
                    <a:gd name="connsiteX3" fmla="*/ 3038 w 10000"/>
                    <a:gd name="connsiteY3" fmla="*/ 4924 h 10000"/>
                    <a:gd name="connsiteX4" fmla="*/ 7276 w 10000"/>
                    <a:gd name="connsiteY4" fmla="*/ 7346 h 10000"/>
                    <a:gd name="connsiteX5" fmla="*/ 6592 w 10000"/>
                    <a:gd name="connsiteY5" fmla="*/ 7346 h 10000"/>
                    <a:gd name="connsiteX6" fmla="*/ 5001 w 10000"/>
                    <a:gd name="connsiteY6" fmla="*/ 6686 h 10000"/>
                    <a:gd name="connsiteX7" fmla="*/ 3408 w 10000"/>
                    <a:gd name="connsiteY7" fmla="*/ 7346 h 10000"/>
                    <a:gd name="connsiteX8" fmla="*/ 3067 w 10000"/>
                    <a:gd name="connsiteY8" fmla="*/ 7486 h 10000"/>
                    <a:gd name="connsiteX9" fmla="*/ 2727 w 10000"/>
                    <a:gd name="connsiteY9" fmla="*/ 7346 h 10000"/>
                    <a:gd name="connsiteX10" fmla="*/ 2727 w 10000"/>
                    <a:gd name="connsiteY10" fmla="*/ 6662 h 10000"/>
                    <a:gd name="connsiteX11" fmla="*/ 5001 w 10000"/>
                    <a:gd name="connsiteY11" fmla="*/ 5719 h 10000"/>
                    <a:gd name="connsiteX12" fmla="*/ 7276 w 10000"/>
                    <a:gd name="connsiteY12" fmla="*/ 6662 h 10000"/>
                    <a:gd name="connsiteX13" fmla="*/ 7276 w 10000"/>
                    <a:gd name="connsiteY13" fmla="*/ 7346 h 10000"/>
                    <a:gd name="connsiteX14" fmla="*/ 5001 w 10000"/>
                    <a:gd name="connsiteY14" fmla="*/ 0 h 10000"/>
                    <a:gd name="connsiteX15" fmla="*/ 1465 w 10000"/>
                    <a:gd name="connsiteY15" fmla="*/ 1465 h 10000"/>
                    <a:gd name="connsiteX16" fmla="*/ 0 w 10000"/>
                    <a:gd name="connsiteY16" fmla="*/ 5001 h 10000"/>
                    <a:gd name="connsiteX17" fmla="*/ 1465 w 10000"/>
                    <a:gd name="connsiteY17" fmla="*/ 8535 h 10000"/>
                    <a:gd name="connsiteX18" fmla="*/ 5001 w 10000"/>
                    <a:gd name="connsiteY18" fmla="*/ 10000 h 10000"/>
                    <a:gd name="connsiteX19" fmla="*/ 8535 w 10000"/>
                    <a:gd name="connsiteY19" fmla="*/ 8535 h 10000"/>
                    <a:gd name="connsiteX20" fmla="*/ 10000 w 10000"/>
                    <a:gd name="connsiteY20" fmla="*/ 5001 h 10000"/>
                    <a:gd name="connsiteX21" fmla="*/ 8768 w 10000"/>
                    <a:gd name="connsiteY21" fmla="*/ 1634 h 10000"/>
                    <a:gd name="connsiteX0" fmla="*/ 8535 w 10000"/>
                    <a:gd name="connsiteY0" fmla="*/ 1400 h 10000"/>
                    <a:gd name="connsiteX1" fmla="*/ 7276 w 10000"/>
                    <a:gd name="connsiteY1" fmla="*/ 7346 h 10000"/>
                    <a:gd name="connsiteX2" fmla="*/ 6592 w 10000"/>
                    <a:gd name="connsiteY2" fmla="*/ 7346 h 10000"/>
                    <a:gd name="connsiteX3" fmla="*/ 5001 w 10000"/>
                    <a:gd name="connsiteY3" fmla="*/ 6686 h 10000"/>
                    <a:gd name="connsiteX4" fmla="*/ 3408 w 10000"/>
                    <a:gd name="connsiteY4" fmla="*/ 7346 h 10000"/>
                    <a:gd name="connsiteX5" fmla="*/ 3067 w 10000"/>
                    <a:gd name="connsiteY5" fmla="*/ 7486 h 10000"/>
                    <a:gd name="connsiteX6" fmla="*/ 2727 w 10000"/>
                    <a:gd name="connsiteY6" fmla="*/ 7346 h 10000"/>
                    <a:gd name="connsiteX7" fmla="*/ 2727 w 10000"/>
                    <a:gd name="connsiteY7" fmla="*/ 6662 h 10000"/>
                    <a:gd name="connsiteX8" fmla="*/ 5001 w 10000"/>
                    <a:gd name="connsiteY8" fmla="*/ 5719 h 10000"/>
                    <a:gd name="connsiteX9" fmla="*/ 7276 w 10000"/>
                    <a:gd name="connsiteY9" fmla="*/ 6662 h 10000"/>
                    <a:gd name="connsiteX10" fmla="*/ 7276 w 10000"/>
                    <a:gd name="connsiteY10" fmla="*/ 7346 h 10000"/>
                    <a:gd name="connsiteX11" fmla="*/ 5001 w 10000"/>
                    <a:gd name="connsiteY11" fmla="*/ 0 h 10000"/>
                    <a:gd name="connsiteX12" fmla="*/ 1465 w 10000"/>
                    <a:gd name="connsiteY12" fmla="*/ 1465 h 10000"/>
                    <a:gd name="connsiteX13" fmla="*/ 0 w 10000"/>
                    <a:gd name="connsiteY13" fmla="*/ 5001 h 10000"/>
                    <a:gd name="connsiteX14" fmla="*/ 1465 w 10000"/>
                    <a:gd name="connsiteY14" fmla="*/ 8535 h 10000"/>
                    <a:gd name="connsiteX15" fmla="*/ 5001 w 10000"/>
                    <a:gd name="connsiteY15" fmla="*/ 10000 h 10000"/>
                    <a:gd name="connsiteX16" fmla="*/ 8535 w 10000"/>
                    <a:gd name="connsiteY16" fmla="*/ 8535 h 10000"/>
                    <a:gd name="connsiteX17" fmla="*/ 10000 w 10000"/>
                    <a:gd name="connsiteY17" fmla="*/ 5001 h 10000"/>
                    <a:gd name="connsiteX18" fmla="*/ 8768 w 10000"/>
                    <a:gd name="connsiteY18" fmla="*/ 1634 h 10000"/>
                    <a:gd name="connsiteX0" fmla="*/ 8535 w 10000"/>
                    <a:gd name="connsiteY0" fmla="*/ 0 h 8600"/>
                    <a:gd name="connsiteX1" fmla="*/ 7276 w 10000"/>
                    <a:gd name="connsiteY1" fmla="*/ 5946 h 8600"/>
                    <a:gd name="connsiteX2" fmla="*/ 6592 w 10000"/>
                    <a:gd name="connsiteY2" fmla="*/ 5946 h 8600"/>
                    <a:gd name="connsiteX3" fmla="*/ 5001 w 10000"/>
                    <a:gd name="connsiteY3" fmla="*/ 5286 h 8600"/>
                    <a:gd name="connsiteX4" fmla="*/ 3408 w 10000"/>
                    <a:gd name="connsiteY4" fmla="*/ 5946 h 8600"/>
                    <a:gd name="connsiteX5" fmla="*/ 3067 w 10000"/>
                    <a:gd name="connsiteY5" fmla="*/ 6086 h 8600"/>
                    <a:gd name="connsiteX6" fmla="*/ 2727 w 10000"/>
                    <a:gd name="connsiteY6" fmla="*/ 5946 h 8600"/>
                    <a:gd name="connsiteX7" fmla="*/ 2727 w 10000"/>
                    <a:gd name="connsiteY7" fmla="*/ 5262 h 8600"/>
                    <a:gd name="connsiteX8" fmla="*/ 5001 w 10000"/>
                    <a:gd name="connsiteY8" fmla="*/ 4319 h 8600"/>
                    <a:gd name="connsiteX9" fmla="*/ 7276 w 10000"/>
                    <a:gd name="connsiteY9" fmla="*/ 5262 h 8600"/>
                    <a:gd name="connsiteX10" fmla="*/ 7276 w 10000"/>
                    <a:gd name="connsiteY10" fmla="*/ 5946 h 8600"/>
                    <a:gd name="connsiteX11" fmla="*/ 1465 w 10000"/>
                    <a:gd name="connsiteY11" fmla="*/ 65 h 8600"/>
                    <a:gd name="connsiteX12" fmla="*/ 0 w 10000"/>
                    <a:gd name="connsiteY12" fmla="*/ 3601 h 8600"/>
                    <a:gd name="connsiteX13" fmla="*/ 1465 w 10000"/>
                    <a:gd name="connsiteY13" fmla="*/ 7135 h 8600"/>
                    <a:gd name="connsiteX14" fmla="*/ 5001 w 10000"/>
                    <a:gd name="connsiteY14" fmla="*/ 8600 h 8600"/>
                    <a:gd name="connsiteX15" fmla="*/ 8535 w 10000"/>
                    <a:gd name="connsiteY15" fmla="*/ 7135 h 8600"/>
                    <a:gd name="connsiteX16" fmla="*/ 10000 w 10000"/>
                    <a:gd name="connsiteY16" fmla="*/ 3601 h 8600"/>
                    <a:gd name="connsiteX17" fmla="*/ 8768 w 10000"/>
                    <a:gd name="connsiteY17" fmla="*/ 234 h 8600"/>
                    <a:gd name="connsiteX0" fmla="*/ 8850 w 10315"/>
                    <a:gd name="connsiteY0" fmla="*/ 0 h 10000"/>
                    <a:gd name="connsiteX1" fmla="*/ 7591 w 10315"/>
                    <a:gd name="connsiteY1" fmla="*/ 6914 h 10000"/>
                    <a:gd name="connsiteX2" fmla="*/ 6907 w 10315"/>
                    <a:gd name="connsiteY2" fmla="*/ 6914 h 10000"/>
                    <a:gd name="connsiteX3" fmla="*/ 5316 w 10315"/>
                    <a:gd name="connsiteY3" fmla="*/ 6147 h 10000"/>
                    <a:gd name="connsiteX4" fmla="*/ 3723 w 10315"/>
                    <a:gd name="connsiteY4" fmla="*/ 6914 h 10000"/>
                    <a:gd name="connsiteX5" fmla="*/ 3382 w 10315"/>
                    <a:gd name="connsiteY5" fmla="*/ 7077 h 10000"/>
                    <a:gd name="connsiteX6" fmla="*/ 3042 w 10315"/>
                    <a:gd name="connsiteY6" fmla="*/ 6914 h 10000"/>
                    <a:gd name="connsiteX7" fmla="*/ 3042 w 10315"/>
                    <a:gd name="connsiteY7" fmla="*/ 6119 h 10000"/>
                    <a:gd name="connsiteX8" fmla="*/ 5316 w 10315"/>
                    <a:gd name="connsiteY8" fmla="*/ 5022 h 10000"/>
                    <a:gd name="connsiteX9" fmla="*/ 7591 w 10315"/>
                    <a:gd name="connsiteY9" fmla="*/ 6119 h 10000"/>
                    <a:gd name="connsiteX10" fmla="*/ 7591 w 10315"/>
                    <a:gd name="connsiteY10" fmla="*/ 6914 h 10000"/>
                    <a:gd name="connsiteX11" fmla="*/ 315 w 10315"/>
                    <a:gd name="connsiteY11" fmla="*/ 4187 h 10000"/>
                    <a:gd name="connsiteX12" fmla="*/ 1780 w 10315"/>
                    <a:gd name="connsiteY12" fmla="*/ 8297 h 10000"/>
                    <a:gd name="connsiteX13" fmla="*/ 5316 w 10315"/>
                    <a:gd name="connsiteY13" fmla="*/ 10000 h 10000"/>
                    <a:gd name="connsiteX14" fmla="*/ 8850 w 10315"/>
                    <a:gd name="connsiteY14" fmla="*/ 8297 h 10000"/>
                    <a:gd name="connsiteX15" fmla="*/ 10315 w 10315"/>
                    <a:gd name="connsiteY15" fmla="*/ 4187 h 10000"/>
                    <a:gd name="connsiteX16" fmla="*/ 9083 w 10315"/>
                    <a:gd name="connsiteY16" fmla="*/ 272 h 10000"/>
                    <a:gd name="connsiteX0" fmla="*/ 7108 w 8573"/>
                    <a:gd name="connsiteY0" fmla="*/ 0 h 10000"/>
                    <a:gd name="connsiteX1" fmla="*/ 5849 w 8573"/>
                    <a:gd name="connsiteY1" fmla="*/ 6914 h 10000"/>
                    <a:gd name="connsiteX2" fmla="*/ 5165 w 8573"/>
                    <a:gd name="connsiteY2" fmla="*/ 6914 h 10000"/>
                    <a:gd name="connsiteX3" fmla="*/ 3574 w 8573"/>
                    <a:gd name="connsiteY3" fmla="*/ 6147 h 10000"/>
                    <a:gd name="connsiteX4" fmla="*/ 1981 w 8573"/>
                    <a:gd name="connsiteY4" fmla="*/ 6914 h 10000"/>
                    <a:gd name="connsiteX5" fmla="*/ 1640 w 8573"/>
                    <a:gd name="connsiteY5" fmla="*/ 7077 h 10000"/>
                    <a:gd name="connsiteX6" fmla="*/ 1300 w 8573"/>
                    <a:gd name="connsiteY6" fmla="*/ 6914 h 10000"/>
                    <a:gd name="connsiteX7" fmla="*/ 1300 w 8573"/>
                    <a:gd name="connsiteY7" fmla="*/ 6119 h 10000"/>
                    <a:gd name="connsiteX8" fmla="*/ 3574 w 8573"/>
                    <a:gd name="connsiteY8" fmla="*/ 5022 h 10000"/>
                    <a:gd name="connsiteX9" fmla="*/ 5849 w 8573"/>
                    <a:gd name="connsiteY9" fmla="*/ 6119 h 10000"/>
                    <a:gd name="connsiteX10" fmla="*/ 5849 w 8573"/>
                    <a:gd name="connsiteY10" fmla="*/ 6914 h 10000"/>
                    <a:gd name="connsiteX11" fmla="*/ 38 w 8573"/>
                    <a:gd name="connsiteY11" fmla="*/ 8297 h 10000"/>
                    <a:gd name="connsiteX12" fmla="*/ 3574 w 8573"/>
                    <a:gd name="connsiteY12" fmla="*/ 10000 h 10000"/>
                    <a:gd name="connsiteX13" fmla="*/ 7108 w 8573"/>
                    <a:gd name="connsiteY13" fmla="*/ 8297 h 10000"/>
                    <a:gd name="connsiteX14" fmla="*/ 8573 w 8573"/>
                    <a:gd name="connsiteY14" fmla="*/ 4187 h 10000"/>
                    <a:gd name="connsiteX15" fmla="*/ 7341 w 8573"/>
                    <a:gd name="connsiteY15" fmla="*/ 272 h 10000"/>
                    <a:gd name="connsiteX0" fmla="*/ 6942 w 8651"/>
                    <a:gd name="connsiteY0" fmla="*/ 0 h 10038"/>
                    <a:gd name="connsiteX1" fmla="*/ 5474 w 8651"/>
                    <a:gd name="connsiteY1" fmla="*/ 6914 h 10038"/>
                    <a:gd name="connsiteX2" fmla="*/ 4676 w 8651"/>
                    <a:gd name="connsiteY2" fmla="*/ 6914 h 10038"/>
                    <a:gd name="connsiteX3" fmla="*/ 2820 w 8651"/>
                    <a:gd name="connsiteY3" fmla="*/ 6147 h 10038"/>
                    <a:gd name="connsiteX4" fmla="*/ 962 w 8651"/>
                    <a:gd name="connsiteY4" fmla="*/ 6914 h 10038"/>
                    <a:gd name="connsiteX5" fmla="*/ 564 w 8651"/>
                    <a:gd name="connsiteY5" fmla="*/ 7077 h 10038"/>
                    <a:gd name="connsiteX6" fmla="*/ 167 w 8651"/>
                    <a:gd name="connsiteY6" fmla="*/ 6914 h 10038"/>
                    <a:gd name="connsiteX7" fmla="*/ 167 w 8651"/>
                    <a:gd name="connsiteY7" fmla="*/ 6119 h 10038"/>
                    <a:gd name="connsiteX8" fmla="*/ 2820 w 8651"/>
                    <a:gd name="connsiteY8" fmla="*/ 5022 h 10038"/>
                    <a:gd name="connsiteX9" fmla="*/ 5474 w 8651"/>
                    <a:gd name="connsiteY9" fmla="*/ 6119 h 10038"/>
                    <a:gd name="connsiteX10" fmla="*/ 5474 w 8651"/>
                    <a:gd name="connsiteY10" fmla="*/ 6914 h 10038"/>
                    <a:gd name="connsiteX11" fmla="*/ 2820 w 8651"/>
                    <a:gd name="connsiteY11" fmla="*/ 10000 h 10038"/>
                    <a:gd name="connsiteX12" fmla="*/ 6942 w 8651"/>
                    <a:gd name="connsiteY12" fmla="*/ 8297 h 10038"/>
                    <a:gd name="connsiteX13" fmla="*/ 8651 w 8651"/>
                    <a:gd name="connsiteY13" fmla="*/ 4187 h 10038"/>
                    <a:gd name="connsiteX14" fmla="*/ 7214 w 8651"/>
                    <a:gd name="connsiteY14" fmla="*/ 272 h 10038"/>
                    <a:gd name="connsiteX0" fmla="*/ 8025 w 10000"/>
                    <a:gd name="connsiteY0" fmla="*/ 0 h 8351"/>
                    <a:gd name="connsiteX1" fmla="*/ 6328 w 10000"/>
                    <a:gd name="connsiteY1" fmla="*/ 6888 h 8351"/>
                    <a:gd name="connsiteX2" fmla="*/ 5405 w 10000"/>
                    <a:gd name="connsiteY2" fmla="*/ 6888 h 8351"/>
                    <a:gd name="connsiteX3" fmla="*/ 3260 w 10000"/>
                    <a:gd name="connsiteY3" fmla="*/ 6124 h 8351"/>
                    <a:gd name="connsiteX4" fmla="*/ 1112 w 10000"/>
                    <a:gd name="connsiteY4" fmla="*/ 6888 h 8351"/>
                    <a:gd name="connsiteX5" fmla="*/ 652 w 10000"/>
                    <a:gd name="connsiteY5" fmla="*/ 7050 h 8351"/>
                    <a:gd name="connsiteX6" fmla="*/ 193 w 10000"/>
                    <a:gd name="connsiteY6" fmla="*/ 6888 h 8351"/>
                    <a:gd name="connsiteX7" fmla="*/ 193 w 10000"/>
                    <a:gd name="connsiteY7" fmla="*/ 6096 h 8351"/>
                    <a:gd name="connsiteX8" fmla="*/ 3260 w 10000"/>
                    <a:gd name="connsiteY8" fmla="*/ 5003 h 8351"/>
                    <a:gd name="connsiteX9" fmla="*/ 6328 w 10000"/>
                    <a:gd name="connsiteY9" fmla="*/ 6096 h 8351"/>
                    <a:gd name="connsiteX10" fmla="*/ 6328 w 10000"/>
                    <a:gd name="connsiteY10" fmla="*/ 6888 h 8351"/>
                    <a:gd name="connsiteX11" fmla="*/ 8025 w 10000"/>
                    <a:gd name="connsiteY11" fmla="*/ 8266 h 8351"/>
                    <a:gd name="connsiteX12" fmla="*/ 10000 w 10000"/>
                    <a:gd name="connsiteY12" fmla="*/ 4171 h 8351"/>
                    <a:gd name="connsiteX13" fmla="*/ 8339 w 10000"/>
                    <a:gd name="connsiteY13" fmla="*/ 271 h 8351"/>
                    <a:gd name="connsiteX0" fmla="*/ 8025 w 10000"/>
                    <a:gd name="connsiteY0" fmla="*/ 0 h 8443"/>
                    <a:gd name="connsiteX1" fmla="*/ 6328 w 10000"/>
                    <a:gd name="connsiteY1" fmla="*/ 8248 h 8443"/>
                    <a:gd name="connsiteX2" fmla="*/ 5405 w 10000"/>
                    <a:gd name="connsiteY2" fmla="*/ 8248 h 8443"/>
                    <a:gd name="connsiteX3" fmla="*/ 3260 w 10000"/>
                    <a:gd name="connsiteY3" fmla="*/ 7333 h 8443"/>
                    <a:gd name="connsiteX4" fmla="*/ 1112 w 10000"/>
                    <a:gd name="connsiteY4" fmla="*/ 8248 h 8443"/>
                    <a:gd name="connsiteX5" fmla="*/ 652 w 10000"/>
                    <a:gd name="connsiteY5" fmla="*/ 8442 h 8443"/>
                    <a:gd name="connsiteX6" fmla="*/ 193 w 10000"/>
                    <a:gd name="connsiteY6" fmla="*/ 8248 h 8443"/>
                    <a:gd name="connsiteX7" fmla="*/ 193 w 10000"/>
                    <a:gd name="connsiteY7" fmla="*/ 7300 h 8443"/>
                    <a:gd name="connsiteX8" fmla="*/ 3260 w 10000"/>
                    <a:gd name="connsiteY8" fmla="*/ 5991 h 8443"/>
                    <a:gd name="connsiteX9" fmla="*/ 6328 w 10000"/>
                    <a:gd name="connsiteY9" fmla="*/ 7300 h 8443"/>
                    <a:gd name="connsiteX10" fmla="*/ 6328 w 10000"/>
                    <a:gd name="connsiteY10" fmla="*/ 8248 h 8443"/>
                    <a:gd name="connsiteX11" fmla="*/ 10000 w 10000"/>
                    <a:gd name="connsiteY11" fmla="*/ 4995 h 8443"/>
                    <a:gd name="connsiteX12" fmla="*/ 8339 w 10000"/>
                    <a:gd name="connsiteY12" fmla="*/ 325 h 8443"/>
                    <a:gd name="connsiteX0" fmla="*/ 8025 w 8339"/>
                    <a:gd name="connsiteY0" fmla="*/ 0 h 10000"/>
                    <a:gd name="connsiteX1" fmla="*/ 6328 w 8339"/>
                    <a:gd name="connsiteY1" fmla="*/ 9769 h 10000"/>
                    <a:gd name="connsiteX2" fmla="*/ 5405 w 8339"/>
                    <a:gd name="connsiteY2" fmla="*/ 9769 h 10000"/>
                    <a:gd name="connsiteX3" fmla="*/ 3260 w 8339"/>
                    <a:gd name="connsiteY3" fmla="*/ 8685 h 10000"/>
                    <a:gd name="connsiteX4" fmla="*/ 1112 w 8339"/>
                    <a:gd name="connsiteY4" fmla="*/ 9769 h 10000"/>
                    <a:gd name="connsiteX5" fmla="*/ 652 w 8339"/>
                    <a:gd name="connsiteY5" fmla="*/ 9999 h 10000"/>
                    <a:gd name="connsiteX6" fmla="*/ 193 w 8339"/>
                    <a:gd name="connsiteY6" fmla="*/ 9769 h 10000"/>
                    <a:gd name="connsiteX7" fmla="*/ 193 w 8339"/>
                    <a:gd name="connsiteY7" fmla="*/ 8646 h 10000"/>
                    <a:gd name="connsiteX8" fmla="*/ 3260 w 8339"/>
                    <a:gd name="connsiteY8" fmla="*/ 7096 h 10000"/>
                    <a:gd name="connsiteX9" fmla="*/ 6328 w 8339"/>
                    <a:gd name="connsiteY9" fmla="*/ 8646 h 10000"/>
                    <a:gd name="connsiteX10" fmla="*/ 6328 w 8339"/>
                    <a:gd name="connsiteY10" fmla="*/ 9769 h 10000"/>
                    <a:gd name="connsiteX11" fmla="*/ 8339 w 8339"/>
                    <a:gd name="connsiteY11" fmla="*/ 385 h 10000"/>
                    <a:gd name="connsiteX0" fmla="*/ 9623 w 9623"/>
                    <a:gd name="connsiteY0" fmla="*/ 0 h 10000"/>
                    <a:gd name="connsiteX1" fmla="*/ 7588 w 9623"/>
                    <a:gd name="connsiteY1" fmla="*/ 9769 h 10000"/>
                    <a:gd name="connsiteX2" fmla="*/ 6482 w 9623"/>
                    <a:gd name="connsiteY2" fmla="*/ 9769 h 10000"/>
                    <a:gd name="connsiteX3" fmla="*/ 3909 w 9623"/>
                    <a:gd name="connsiteY3" fmla="*/ 8685 h 10000"/>
                    <a:gd name="connsiteX4" fmla="*/ 1333 w 9623"/>
                    <a:gd name="connsiteY4" fmla="*/ 9769 h 10000"/>
                    <a:gd name="connsiteX5" fmla="*/ 782 w 9623"/>
                    <a:gd name="connsiteY5" fmla="*/ 9999 h 10000"/>
                    <a:gd name="connsiteX6" fmla="*/ 231 w 9623"/>
                    <a:gd name="connsiteY6" fmla="*/ 9769 h 10000"/>
                    <a:gd name="connsiteX7" fmla="*/ 231 w 9623"/>
                    <a:gd name="connsiteY7" fmla="*/ 8646 h 10000"/>
                    <a:gd name="connsiteX8" fmla="*/ 3909 w 9623"/>
                    <a:gd name="connsiteY8" fmla="*/ 7096 h 10000"/>
                    <a:gd name="connsiteX9" fmla="*/ 7588 w 9623"/>
                    <a:gd name="connsiteY9" fmla="*/ 8646 h 10000"/>
                    <a:gd name="connsiteX10" fmla="*/ 7588 w 9623"/>
                    <a:gd name="connsiteY10" fmla="*/ 9769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623" h="10000">
                      <a:moveTo>
                        <a:pt x="9623" y="0"/>
                      </a:moveTo>
                      <a:close/>
                      <a:moveTo>
                        <a:pt x="7588" y="9769"/>
                      </a:moveTo>
                      <a:cubicBezTo>
                        <a:pt x="7281" y="10078"/>
                        <a:pt x="6785" y="10078"/>
                        <a:pt x="6482" y="9769"/>
                      </a:cubicBezTo>
                      <a:cubicBezTo>
                        <a:pt x="5793" y="9070"/>
                        <a:pt x="4879" y="8685"/>
                        <a:pt x="3909" y="8685"/>
                      </a:cubicBezTo>
                      <a:cubicBezTo>
                        <a:pt x="2936" y="8685"/>
                        <a:pt x="2023" y="9070"/>
                        <a:pt x="1333" y="9769"/>
                      </a:cubicBezTo>
                      <a:cubicBezTo>
                        <a:pt x="1181" y="9922"/>
                        <a:pt x="983" y="9999"/>
                        <a:pt x="782" y="9999"/>
                      </a:cubicBezTo>
                      <a:cubicBezTo>
                        <a:pt x="584" y="9999"/>
                        <a:pt x="384" y="9922"/>
                        <a:pt x="231" y="9769"/>
                      </a:cubicBezTo>
                      <a:cubicBezTo>
                        <a:pt x="-77" y="9459"/>
                        <a:pt x="-77" y="8954"/>
                        <a:pt x="231" y="8646"/>
                      </a:cubicBezTo>
                      <a:cubicBezTo>
                        <a:pt x="1211" y="7649"/>
                        <a:pt x="2518" y="7096"/>
                        <a:pt x="3909" y="7096"/>
                      </a:cubicBezTo>
                      <a:cubicBezTo>
                        <a:pt x="5297" y="7096"/>
                        <a:pt x="6603" y="7649"/>
                        <a:pt x="7588" y="8646"/>
                      </a:cubicBezTo>
                      <a:cubicBezTo>
                        <a:pt x="7892" y="8954"/>
                        <a:pt x="7892" y="9459"/>
                        <a:pt x="7588" y="976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16131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286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思源黑体 CN Light" panose="020B0300000000000000" pitchFamily="34" charset="-122"/>
                  </a:endParaRPr>
                </a:p>
              </p:txBody>
            </p:sp>
          </p:grpSp>
          <p:grpSp>
            <p:nvGrpSpPr>
              <p:cNvPr id="195" name="组合 194">
                <a:extLst>
                  <a:ext uri="{FF2B5EF4-FFF2-40B4-BE49-F238E27FC236}">
                    <a16:creationId xmlns:a16="http://schemas.microsoft.com/office/drawing/2014/main" id="{98BF9E2D-4878-48D2-BA87-16AF69B498D7}"/>
                  </a:ext>
                </a:extLst>
              </p:cNvPr>
              <p:cNvGrpSpPr/>
              <p:nvPr/>
            </p:nvGrpSpPr>
            <p:grpSpPr>
              <a:xfrm>
                <a:off x="3366894" y="5424549"/>
                <a:ext cx="171889" cy="227065"/>
                <a:chOff x="-2457339" y="1364742"/>
                <a:chExt cx="1182529" cy="1562118"/>
              </a:xfrm>
            </p:grpSpPr>
            <p:grpSp>
              <p:nvGrpSpPr>
                <p:cNvPr id="208" name="组合 207">
                  <a:extLst>
                    <a:ext uri="{FF2B5EF4-FFF2-40B4-BE49-F238E27FC236}">
                      <a16:creationId xmlns:a16="http://schemas.microsoft.com/office/drawing/2014/main" id="{7F121B69-4C5B-4EB4-BA8D-FBB38B405A3D}"/>
                    </a:ext>
                  </a:extLst>
                </p:cNvPr>
                <p:cNvGrpSpPr/>
                <p:nvPr/>
              </p:nvGrpSpPr>
              <p:grpSpPr>
                <a:xfrm>
                  <a:off x="-2457339" y="1364742"/>
                  <a:ext cx="1182529" cy="1182529"/>
                  <a:chOff x="633708" y="3704524"/>
                  <a:chExt cx="207095" cy="207095"/>
                </a:xfrm>
              </p:grpSpPr>
              <p:sp>
                <p:nvSpPr>
                  <p:cNvPr id="210" name="椭圆 209">
                    <a:extLst>
                      <a:ext uri="{FF2B5EF4-FFF2-40B4-BE49-F238E27FC236}">
                        <a16:creationId xmlns:a16="http://schemas.microsoft.com/office/drawing/2014/main" id="{DA1BA439-4D32-4641-A43A-C187978324B1}"/>
                      </a:ext>
                    </a:extLst>
                  </p:cNvPr>
                  <p:cNvSpPr/>
                  <p:nvPr/>
                </p:nvSpPr>
                <p:spPr>
                  <a:xfrm>
                    <a:off x="633708" y="3704524"/>
                    <a:ext cx="207095" cy="20709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1" name="椭圆 210">
                    <a:extLst>
                      <a:ext uri="{FF2B5EF4-FFF2-40B4-BE49-F238E27FC236}">
                        <a16:creationId xmlns:a16="http://schemas.microsoft.com/office/drawing/2014/main" id="{AF442AA9-147A-40E9-8587-19D0C1314D6C}"/>
                      </a:ext>
                    </a:extLst>
                  </p:cNvPr>
                  <p:cNvSpPr/>
                  <p:nvPr/>
                </p:nvSpPr>
                <p:spPr>
                  <a:xfrm>
                    <a:off x="672529" y="3760444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2" name="椭圆 211">
                    <a:extLst>
                      <a:ext uri="{FF2B5EF4-FFF2-40B4-BE49-F238E27FC236}">
                        <a16:creationId xmlns:a16="http://schemas.microsoft.com/office/drawing/2014/main" id="{957FABDF-69B1-41DB-A5E1-C8C18E9592D0}"/>
                      </a:ext>
                    </a:extLst>
                  </p:cNvPr>
                  <p:cNvSpPr/>
                  <p:nvPr/>
                </p:nvSpPr>
                <p:spPr>
                  <a:xfrm>
                    <a:off x="756666" y="3760444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9" name="Rectangle 167">
                  <a:extLst>
                    <a:ext uri="{FF2B5EF4-FFF2-40B4-BE49-F238E27FC236}">
                      <a16:creationId xmlns:a16="http://schemas.microsoft.com/office/drawing/2014/main" id="{1CB267ED-CC60-4D1E-BA80-D0BFCF30B5F4}"/>
                    </a:ext>
                  </a:extLst>
                </p:cNvPr>
                <p:cNvSpPr/>
                <p:nvPr/>
              </p:nvSpPr>
              <p:spPr>
                <a:xfrm flipV="1">
                  <a:off x="-2162733" y="2150652"/>
                  <a:ext cx="740052" cy="776208"/>
                </a:xfrm>
                <a:custGeom>
                  <a:avLst/>
                  <a:gdLst>
                    <a:gd name="T0" fmla="*/ 3531 w 4137"/>
                    <a:gd name="T1" fmla="*/ 606 h 4137"/>
                    <a:gd name="T2" fmla="*/ 2069 w 4137"/>
                    <a:gd name="T3" fmla="*/ 0 h 4137"/>
                    <a:gd name="T4" fmla="*/ 606 w 4137"/>
                    <a:gd name="T5" fmla="*/ 606 h 4137"/>
                    <a:gd name="T6" fmla="*/ 0 w 4137"/>
                    <a:gd name="T7" fmla="*/ 2069 h 4137"/>
                    <a:gd name="T8" fmla="*/ 606 w 4137"/>
                    <a:gd name="T9" fmla="*/ 3531 h 4137"/>
                    <a:gd name="T10" fmla="*/ 2069 w 4137"/>
                    <a:gd name="T11" fmla="*/ 4137 h 4137"/>
                    <a:gd name="T12" fmla="*/ 3531 w 4137"/>
                    <a:gd name="T13" fmla="*/ 3531 h 4137"/>
                    <a:gd name="T14" fmla="*/ 4137 w 4137"/>
                    <a:gd name="T15" fmla="*/ 2069 h 4137"/>
                    <a:gd name="T16" fmla="*/ 3531 w 4137"/>
                    <a:gd name="T17" fmla="*/ 606 h 4137"/>
                    <a:gd name="T18" fmla="*/ 800 w 4137"/>
                    <a:gd name="T19" fmla="*/ 1580 h 4137"/>
                    <a:gd name="T20" fmla="*/ 1257 w 4137"/>
                    <a:gd name="T21" fmla="*/ 1123 h 4137"/>
                    <a:gd name="T22" fmla="*/ 1713 w 4137"/>
                    <a:gd name="T23" fmla="*/ 1580 h 4137"/>
                    <a:gd name="T24" fmla="*/ 1257 w 4137"/>
                    <a:gd name="T25" fmla="*/ 2037 h 4137"/>
                    <a:gd name="T26" fmla="*/ 800 w 4137"/>
                    <a:gd name="T27" fmla="*/ 1580 h 4137"/>
                    <a:gd name="T28" fmla="*/ 3010 w 4137"/>
                    <a:gd name="T29" fmla="*/ 3039 h 4137"/>
                    <a:gd name="T30" fmla="*/ 2727 w 4137"/>
                    <a:gd name="T31" fmla="*/ 3039 h 4137"/>
                    <a:gd name="T32" fmla="*/ 2069 w 4137"/>
                    <a:gd name="T33" fmla="*/ 2766 h 4137"/>
                    <a:gd name="T34" fmla="*/ 1410 w 4137"/>
                    <a:gd name="T35" fmla="*/ 3039 h 4137"/>
                    <a:gd name="T36" fmla="*/ 1269 w 4137"/>
                    <a:gd name="T37" fmla="*/ 3097 h 4137"/>
                    <a:gd name="T38" fmla="*/ 1128 w 4137"/>
                    <a:gd name="T39" fmla="*/ 3039 h 4137"/>
                    <a:gd name="T40" fmla="*/ 1128 w 4137"/>
                    <a:gd name="T41" fmla="*/ 2756 h 4137"/>
                    <a:gd name="T42" fmla="*/ 2069 w 4137"/>
                    <a:gd name="T43" fmla="*/ 2366 h 4137"/>
                    <a:gd name="T44" fmla="*/ 3010 w 4137"/>
                    <a:gd name="T45" fmla="*/ 2756 h 4137"/>
                    <a:gd name="T46" fmla="*/ 3010 w 4137"/>
                    <a:gd name="T47" fmla="*/ 3039 h 4137"/>
                    <a:gd name="T48" fmla="*/ 2880 w 4137"/>
                    <a:gd name="T49" fmla="*/ 2037 h 4137"/>
                    <a:gd name="T50" fmla="*/ 2424 w 4137"/>
                    <a:gd name="T51" fmla="*/ 1580 h 4137"/>
                    <a:gd name="T52" fmla="*/ 2880 w 4137"/>
                    <a:gd name="T53" fmla="*/ 1123 h 4137"/>
                    <a:gd name="T54" fmla="*/ 3337 w 4137"/>
                    <a:gd name="T55" fmla="*/ 1580 h 4137"/>
                    <a:gd name="T56" fmla="*/ 2880 w 4137"/>
                    <a:gd name="T57" fmla="*/ 2037 h 4137"/>
                    <a:gd name="connsiteX0" fmla="*/ 8535 w 10000"/>
                    <a:gd name="connsiteY0" fmla="*/ 1465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65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24" fmla="*/ 6962 w 10000"/>
                    <a:gd name="connsiteY24" fmla="*/ 4924 h 10000"/>
                    <a:gd name="connsiteX25" fmla="*/ 5859 w 10000"/>
                    <a:gd name="connsiteY25" fmla="*/ 3819 h 10000"/>
                    <a:gd name="connsiteX26" fmla="*/ 8066 w 10000"/>
                    <a:gd name="connsiteY26" fmla="*/ 3819 h 10000"/>
                    <a:gd name="connsiteX27" fmla="*/ 6962 w 10000"/>
                    <a:gd name="connsiteY27" fmla="*/ 4924 h 10000"/>
                    <a:gd name="connsiteX0" fmla="*/ 8535 w 10000"/>
                    <a:gd name="connsiteY0" fmla="*/ 1465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65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24" fmla="*/ 6962 w 10000"/>
                    <a:gd name="connsiteY24" fmla="*/ 4924 h 10000"/>
                    <a:gd name="connsiteX25" fmla="*/ 8066 w 10000"/>
                    <a:gd name="connsiteY25" fmla="*/ 3819 h 10000"/>
                    <a:gd name="connsiteX26" fmla="*/ 6962 w 10000"/>
                    <a:gd name="connsiteY26" fmla="*/ 4924 h 10000"/>
                    <a:gd name="connsiteX0" fmla="*/ 8535 w 10000"/>
                    <a:gd name="connsiteY0" fmla="*/ 1465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65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0" fmla="*/ 8535 w 10000"/>
                    <a:gd name="connsiteY0" fmla="*/ 1400 h 10000"/>
                    <a:gd name="connsiteX1" fmla="*/ 5001 w 10000"/>
                    <a:gd name="connsiteY1" fmla="*/ 0 h 10000"/>
                    <a:gd name="connsiteX2" fmla="*/ 1465 w 10000"/>
                    <a:gd name="connsiteY2" fmla="*/ 1465 h 10000"/>
                    <a:gd name="connsiteX3" fmla="*/ 0 w 10000"/>
                    <a:gd name="connsiteY3" fmla="*/ 5001 h 10000"/>
                    <a:gd name="connsiteX4" fmla="*/ 1465 w 10000"/>
                    <a:gd name="connsiteY4" fmla="*/ 8535 h 10000"/>
                    <a:gd name="connsiteX5" fmla="*/ 5001 w 10000"/>
                    <a:gd name="connsiteY5" fmla="*/ 10000 h 10000"/>
                    <a:gd name="connsiteX6" fmla="*/ 8535 w 10000"/>
                    <a:gd name="connsiteY6" fmla="*/ 8535 h 10000"/>
                    <a:gd name="connsiteX7" fmla="*/ 10000 w 10000"/>
                    <a:gd name="connsiteY7" fmla="*/ 5001 h 10000"/>
                    <a:gd name="connsiteX8" fmla="*/ 8535 w 10000"/>
                    <a:gd name="connsiteY8" fmla="*/ 1400 h 10000"/>
                    <a:gd name="connsiteX9" fmla="*/ 1934 w 10000"/>
                    <a:gd name="connsiteY9" fmla="*/ 3819 h 10000"/>
                    <a:gd name="connsiteX10" fmla="*/ 3038 w 10000"/>
                    <a:gd name="connsiteY10" fmla="*/ 2715 h 10000"/>
                    <a:gd name="connsiteX11" fmla="*/ 4141 w 10000"/>
                    <a:gd name="connsiteY11" fmla="*/ 3819 h 10000"/>
                    <a:gd name="connsiteX12" fmla="*/ 3038 w 10000"/>
                    <a:gd name="connsiteY12" fmla="*/ 4924 h 10000"/>
                    <a:gd name="connsiteX13" fmla="*/ 1934 w 10000"/>
                    <a:gd name="connsiteY13" fmla="*/ 3819 h 10000"/>
                    <a:gd name="connsiteX14" fmla="*/ 7276 w 10000"/>
                    <a:gd name="connsiteY14" fmla="*/ 7346 h 10000"/>
                    <a:gd name="connsiteX15" fmla="*/ 6592 w 10000"/>
                    <a:gd name="connsiteY15" fmla="*/ 7346 h 10000"/>
                    <a:gd name="connsiteX16" fmla="*/ 5001 w 10000"/>
                    <a:gd name="connsiteY16" fmla="*/ 6686 h 10000"/>
                    <a:gd name="connsiteX17" fmla="*/ 3408 w 10000"/>
                    <a:gd name="connsiteY17" fmla="*/ 7346 h 10000"/>
                    <a:gd name="connsiteX18" fmla="*/ 3067 w 10000"/>
                    <a:gd name="connsiteY18" fmla="*/ 7486 h 10000"/>
                    <a:gd name="connsiteX19" fmla="*/ 2727 w 10000"/>
                    <a:gd name="connsiteY19" fmla="*/ 7346 h 10000"/>
                    <a:gd name="connsiteX20" fmla="*/ 2727 w 10000"/>
                    <a:gd name="connsiteY20" fmla="*/ 6662 h 10000"/>
                    <a:gd name="connsiteX21" fmla="*/ 5001 w 10000"/>
                    <a:gd name="connsiteY21" fmla="*/ 5719 h 10000"/>
                    <a:gd name="connsiteX22" fmla="*/ 7276 w 10000"/>
                    <a:gd name="connsiteY22" fmla="*/ 6662 h 10000"/>
                    <a:gd name="connsiteX23" fmla="*/ 7276 w 10000"/>
                    <a:gd name="connsiteY23" fmla="*/ 7346 h 10000"/>
                    <a:gd name="connsiteX0" fmla="*/ 8535 w 10000"/>
                    <a:gd name="connsiteY0" fmla="*/ 1400 h 10000"/>
                    <a:gd name="connsiteX1" fmla="*/ 1934 w 10000"/>
                    <a:gd name="connsiteY1" fmla="*/ 3819 h 10000"/>
                    <a:gd name="connsiteX2" fmla="*/ 3038 w 10000"/>
                    <a:gd name="connsiteY2" fmla="*/ 2715 h 10000"/>
                    <a:gd name="connsiteX3" fmla="*/ 4141 w 10000"/>
                    <a:gd name="connsiteY3" fmla="*/ 3819 h 10000"/>
                    <a:gd name="connsiteX4" fmla="*/ 3038 w 10000"/>
                    <a:gd name="connsiteY4" fmla="*/ 4924 h 10000"/>
                    <a:gd name="connsiteX5" fmla="*/ 1934 w 10000"/>
                    <a:gd name="connsiteY5" fmla="*/ 3819 h 10000"/>
                    <a:gd name="connsiteX6" fmla="*/ 7276 w 10000"/>
                    <a:gd name="connsiteY6" fmla="*/ 7346 h 10000"/>
                    <a:gd name="connsiteX7" fmla="*/ 6592 w 10000"/>
                    <a:gd name="connsiteY7" fmla="*/ 7346 h 10000"/>
                    <a:gd name="connsiteX8" fmla="*/ 5001 w 10000"/>
                    <a:gd name="connsiteY8" fmla="*/ 6686 h 10000"/>
                    <a:gd name="connsiteX9" fmla="*/ 3408 w 10000"/>
                    <a:gd name="connsiteY9" fmla="*/ 7346 h 10000"/>
                    <a:gd name="connsiteX10" fmla="*/ 3067 w 10000"/>
                    <a:gd name="connsiteY10" fmla="*/ 7486 h 10000"/>
                    <a:gd name="connsiteX11" fmla="*/ 2727 w 10000"/>
                    <a:gd name="connsiteY11" fmla="*/ 7346 h 10000"/>
                    <a:gd name="connsiteX12" fmla="*/ 2727 w 10000"/>
                    <a:gd name="connsiteY12" fmla="*/ 6662 h 10000"/>
                    <a:gd name="connsiteX13" fmla="*/ 5001 w 10000"/>
                    <a:gd name="connsiteY13" fmla="*/ 5719 h 10000"/>
                    <a:gd name="connsiteX14" fmla="*/ 7276 w 10000"/>
                    <a:gd name="connsiteY14" fmla="*/ 6662 h 10000"/>
                    <a:gd name="connsiteX15" fmla="*/ 7276 w 10000"/>
                    <a:gd name="connsiteY15" fmla="*/ 7346 h 10000"/>
                    <a:gd name="connsiteX16" fmla="*/ 5001 w 10000"/>
                    <a:gd name="connsiteY16" fmla="*/ 0 h 10000"/>
                    <a:gd name="connsiteX17" fmla="*/ 1465 w 10000"/>
                    <a:gd name="connsiteY17" fmla="*/ 1465 h 10000"/>
                    <a:gd name="connsiteX18" fmla="*/ 0 w 10000"/>
                    <a:gd name="connsiteY18" fmla="*/ 5001 h 10000"/>
                    <a:gd name="connsiteX19" fmla="*/ 1465 w 10000"/>
                    <a:gd name="connsiteY19" fmla="*/ 8535 h 10000"/>
                    <a:gd name="connsiteX20" fmla="*/ 5001 w 10000"/>
                    <a:gd name="connsiteY20" fmla="*/ 10000 h 10000"/>
                    <a:gd name="connsiteX21" fmla="*/ 8535 w 10000"/>
                    <a:gd name="connsiteY21" fmla="*/ 8535 h 10000"/>
                    <a:gd name="connsiteX22" fmla="*/ 10000 w 10000"/>
                    <a:gd name="connsiteY22" fmla="*/ 5001 h 10000"/>
                    <a:gd name="connsiteX23" fmla="*/ 8768 w 10000"/>
                    <a:gd name="connsiteY23" fmla="*/ 1634 h 10000"/>
                    <a:gd name="connsiteX0" fmla="*/ 8535 w 10000"/>
                    <a:gd name="connsiteY0" fmla="*/ 1400 h 10000"/>
                    <a:gd name="connsiteX1" fmla="*/ 3038 w 10000"/>
                    <a:gd name="connsiteY1" fmla="*/ 4924 h 10000"/>
                    <a:gd name="connsiteX2" fmla="*/ 3038 w 10000"/>
                    <a:gd name="connsiteY2" fmla="*/ 2715 h 10000"/>
                    <a:gd name="connsiteX3" fmla="*/ 4141 w 10000"/>
                    <a:gd name="connsiteY3" fmla="*/ 3819 h 10000"/>
                    <a:gd name="connsiteX4" fmla="*/ 3038 w 10000"/>
                    <a:gd name="connsiteY4" fmla="*/ 4924 h 10000"/>
                    <a:gd name="connsiteX5" fmla="*/ 7276 w 10000"/>
                    <a:gd name="connsiteY5" fmla="*/ 7346 h 10000"/>
                    <a:gd name="connsiteX6" fmla="*/ 6592 w 10000"/>
                    <a:gd name="connsiteY6" fmla="*/ 7346 h 10000"/>
                    <a:gd name="connsiteX7" fmla="*/ 5001 w 10000"/>
                    <a:gd name="connsiteY7" fmla="*/ 6686 h 10000"/>
                    <a:gd name="connsiteX8" fmla="*/ 3408 w 10000"/>
                    <a:gd name="connsiteY8" fmla="*/ 7346 h 10000"/>
                    <a:gd name="connsiteX9" fmla="*/ 3067 w 10000"/>
                    <a:gd name="connsiteY9" fmla="*/ 7486 h 10000"/>
                    <a:gd name="connsiteX10" fmla="*/ 2727 w 10000"/>
                    <a:gd name="connsiteY10" fmla="*/ 7346 h 10000"/>
                    <a:gd name="connsiteX11" fmla="*/ 2727 w 10000"/>
                    <a:gd name="connsiteY11" fmla="*/ 6662 h 10000"/>
                    <a:gd name="connsiteX12" fmla="*/ 5001 w 10000"/>
                    <a:gd name="connsiteY12" fmla="*/ 5719 h 10000"/>
                    <a:gd name="connsiteX13" fmla="*/ 7276 w 10000"/>
                    <a:gd name="connsiteY13" fmla="*/ 6662 h 10000"/>
                    <a:gd name="connsiteX14" fmla="*/ 7276 w 10000"/>
                    <a:gd name="connsiteY14" fmla="*/ 7346 h 10000"/>
                    <a:gd name="connsiteX15" fmla="*/ 5001 w 10000"/>
                    <a:gd name="connsiteY15" fmla="*/ 0 h 10000"/>
                    <a:gd name="connsiteX16" fmla="*/ 1465 w 10000"/>
                    <a:gd name="connsiteY16" fmla="*/ 1465 h 10000"/>
                    <a:gd name="connsiteX17" fmla="*/ 0 w 10000"/>
                    <a:gd name="connsiteY17" fmla="*/ 5001 h 10000"/>
                    <a:gd name="connsiteX18" fmla="*/ 1465 w 10000"/>
                    <a:gd name="connsiteY18" fmla="*/ 8535 h 10000"/>
                    <a:gd name="connsiteX19" fmla="*/ 5001 w 10000"/>
                    <a:gd name="connsiteY19" fmla="*/ 10000 h 10000"/>
                    <a:gd name="connsiteX20" fmla="*/ 8535 w 10000"/>
                    <a:gd name="connsiteY20" fmla="*/ 8535 h 10000"/>
                    <a:gd name="connsiteX21" fmla="*/ 10000 w 10000"/>
                    <a:gd name="connsiteY21" fmla="*/ 5001 h 10000"/>
                    <a:gd name="connsiteX22" fmla="*/ 8768 w 10000"/>
                    <a:gd name="connsiteY22" fmla="*/ 1634 h 10000"/>
                    <a:gd name="connsiteX0" fmla="*/ 8535 w 10000"/>
                    <a:gd name="connsiteY0" fmla="*/ 1400 h 10000"/>
                    <a:gd name="connsiteX1" fmla="*/ 3038 w 10000"/>
                    <a:gd name="connsiteY1" fmla="*/ 4924 h 10000"/>
                    <a:gd name="connsiteX2" fmla="*/ 3038 w 10000"/>
                    <a:gd name="connsiteY2" fmla="*/ 2715 h 10000"/>
                    <a:gd name="connsiteX3" fmla="*/ 3038 w 10000"/>
                    <a:gd name="connsiteY3" fmla="*/ 4924 h 10000"/>
                    <a:gd name="connsiteX4" fmla="*/ 7276 w 10000"/>
                    <a:gd name="connsiteY4" fmla="*/ 7346 h 10000"/>
                    <a:gd name="connsiteX5" fmla="*/ 6592 w 10000"/>
                    <a:gd name="connsiteY5" fmla="*/ 7346 h 10000"/>
                    <a:gd name="connsiteX6" fmla="*/ 5001 w 10000"/>
                    <a:gd name="connsiteY6" fmla="*/ 6686 h 10000"/>
                    <a:gd name="connsiteX7" fmla="*/ 3408 w 10000"/>
                    <a:gd name="connsiteY7" fmla="*/ 7346 h 10000"/>
                    <a:gd name="connsiteX8" fmla="*/ 3067 w 10000"/>
                    <a:gd name="connsiteY8" fmla="*/ 7486 h 10000"/>
                    <a:gd name="connsiteX9" fmla="*/ 2727 w 10000"/>
                    <a:gd name="connsiteY9" fmla="*/ 7346 h 10000"/>
                    <a:gd name="connsiteX10" fmla="*/ 2727 w 10000"/>
                    <a:gd name="connsiteY10" fmla="*/ 6662 h 10000"/>
                    <a:gd name="connsiteX11" fmla="*/ 5001 w 10000"/>
                    <a:gd name="connsiteY11" fmla="*/ 5719 h 10000"/>
                    <a:gd name="connsiteX12" fmla="*/ 7276 w 10000"/>
                    <a:gd name="connsiteY12" fmla="*/ 6662 h 10000"/>
                    <a:gd name="connsiteX13" fmla="*/ 7276 w 10000"/>
                    <a:gd name="connsiteY13" fmla="*/ 7346 h 10000"/>
                    <a:gd name="connsiteX14" fmla="*/ 5001 w 10000"/>
                    <a:gd name="connsiteY14" fmla="*/ 0 h 10000"/>
                    <a:gd name="connsiteX15" fmla="*/ 1465 w 10000"/>
                    <a:gd name="connsiteY15" fmla="*/ 1465 h 10000"/>
                    <a:gd name="connsiteX16" fmla="*/ 0 w 10000"/>
                    <a:gd name="connsiteY16" fmla="*/ 5001 h 10000"/>
                    <a:gd name="connsiteX17" fmla="*/ 1465 w 10000"/>
                    <a:gd name="connsiteY17" fmla="*/ 8535 h 10000"/>
                    <a:gd name="connsiteX18" fmla="*/ 5001 w 10000"/>
                    <a:gd name="connsiteY18" fmla="*/ 10000 h 10000"/>
                    <a:gd name="connsiteX19" fmla="*/ 8535 w 10000"/>
                    <a:gd name="connsiteY19" fmla="*/ 8535 h 10000"/>
                    <a:gd name="connsiteX20" fmla="*/ 10000 w 10000"/>
                    <a:gd name="connsiteY20" fmla="*/ 5001 h 10000"/>
                    <a:gd name="connsiteX21" fmla="*/ 8768 w 10000"/>
                    <a:gd name="connsiteY21" fmla="*/ 1634 h 10000"/>
                    <a:gd name="connsiteX0" fmla="*/ 8535 w 10000"/>
                    <a:gd name="connsiteY0" fmla="*/ 1400 h 10000"/>
                    <a:gd name="connsiteX1" fmla="*/ 7276 w 10000"/>
                    <a:gd name="connsiteY1" fmla="*/ 7346 h 10000"/>
                    <a:gd name="connsiteX2" fmla="*/ 6592 w 10000"/>
                    <a:gd name="connsiteY2" fmla="*/ 7346 h 10000"/>
                    <a:gd name="connsiteX3" fmla="*/ 5001 w 10000"/>
                    <a:gd name="connsiteY3" fmla="*/ 6686 h 10000"/>
                    <a:gd name="connsiteX4" fmla="*/ 3408 w 10000"/>
                    <a:gd name="connsiteY4" fmla="*/ 7346 h 10000"/>
                    <a:gd name="connsiteX5" fmla="*/ 3067 w 10000"/>
                    <a:gd name="connsiteY5" fmla="*/ 7486 h 10000"/>
                    <a:gd name="connsiteX6" fmla="*/ 2727 w 10000"/>
                    <a:gd name="connsiteY6" fmla="*/ 7346 h 10000"/>
                    <a:gd name="connsiteX7" fmla="*/ 2727 w 10000"/>
                    <a:gd name="connsiteY7" fmla="*/ 6662 h 10000"/>
                    <a:gd name="connsiteX8" fmla="*/ 5001 w 10000"/>
                    <a:gd name="connsiteY8" fmla="*/ 5719 h 10000"/>
                    <a:gd name="connsiteX9" fmla="*/ 7276 w 10000"/>
                    <a:gd name="connsiteY9" fmla="*/ 6662 h 10000"/>
                    <a:gd name="connsiteX10" fmla="*/ 7276 w 10000"/>
                    <a:gd name="connsiteY10" fmla="*/ 7346 h 10000"/>
                    <a:gd name="connsiteX11" fmla="*/ 5001 w 10000"/>
                    <a:gd name="connsiteY11" fmla="*/ 0 h 10000"/>
                    <a:gd name="connsiteX12" fmla="*/ 1465 w 10000"/>
                    <a:gd name="connsiteY12" fmla="*/ 1465 h 10000"/>
                    <a:gd name="connsiteX13" fmla="*/ 0 w 10000"/>
                    <a:gd name="connsiteY13" fmla="*/ 5001 h 10000"/>
                    <a:gd name="connsiteX14" fmla="*/ 1465 w 10000"/>
                    <a:gd name="connsiteY14" fmla="*/ 8535 h 10000"/>
                    <a:gd name="connsiteX15" fmla="*/ 5001 w 10000"/>
                    <a:gd name="connsiteY15" fmla="*/ 10000 h 10000"/>
                    <a:gd name="connsiteX16" fmla="*/ 8535 w 10000"/>
                    <a:gd name="connsiteY16" fmla="*/ 8535 h 10000"/>
                    <a:gd name="connsiteX17" fmla="*/ 10000 w 10000"/>
                    <a:gd name="connsiteY17" fmla="*/ 5001 h 10000"/>
                    <a:gd name="connsiteX18" fmla="*/ 8768 w 10000"/>
                    <a:gd name="connsiteY18" fmla="*/ 1634 h 10000"/>
                    <a:gd name="connsiteX0" fmla="*/ 8535 w 10000"/>
                    <a:gd name="connsiteY0" fmla="*/ 0 h 8600"/>
                    <a:gd name="connsiteX1" fmla="*/ 7276 w 10000"/>
                    <a:gd name="connsiteY1" fmla="*/ 5946 h 8600"/>
                    <a:gd name="connsiteX2" fmla="*/ 6592 w 10000"/>
                    <a:gd name="connsiteY2" fmla="*/ 5946 h 8600"/>
                    <a:gd name="connsiteX3" fmla="*/ 5001 w 10000"/>
                    <a:gd name="connsiteY3" fmla="*/ 5286 h 8600"/>
                    <a:gd name="connsiteX4" fmla="*/ 3408 w 10000"/>
                    <a:gd name="connsiteY4" fmla="*/ 5946 h 8600"/>
                    <a:gd name="connsiteX5" fmla="*/ 3067 w 10000"/>
                    <a:gd name="connsiteY5" fmla="*/ 6086 h 8600"/>
                    <a:gd name="connsiteX6" fmla="*/ 2727 w 10000"/>
                    <a:gd name="connsiteY6" fmla="*/ 5946 h 8600"/>
                    <a:gd name="connsiteX7" fmla="*/ 2727 w 10000"/>
                    <a:gd name="connsiteY7" fmla="*/ 5262 h 8600"/>
                    <a:gd name="connsiteX8" fmla="*/ 5001 w 10000"/>
                    <a:gd name="connsiteY8" fmla="*/ 4319 h 8600"/>
                    <a:gd name="connsiteX9" fmla="*/ 7276 w 10000"/>
                    <a:gd name="connsiteY9" fmla="*/ 5262 h 8600"/>
                    <a:gd name="connsiteX10" fmla="*/ 7276 w 10000"/>
                    <a:gd name="connsiteY10" fmla="*/ 5946 h 8600"/>
                    <a:gd name="connsiteX11" fmla="*/ 1465 w 10000"/>
                    <a:gd name="connsiteY11" fmla="*/ 65 h 8600"/>
                    <a:gd name="connsiteX12" fmla="*/ 0 w 10000"/>
                    <a:gd name="connsiteY12" fmla="*/ 3601 h 8600"/>
                    <a:gd name="connsiteX13" fmla="*/ 1465 w 10000"/>
                    <a:gd name="connsiteY13" fmla="*/ 7135 h 8600"/>
                    <a:gd name="connsiteX14" fmla="*/ 5001 w 10000"/>
                    <a:gd name="connsiteY14" fmla="*/ 8600 h 8600"/>
                    <a:gd name="connsiteX15" fmla="*/ 8535 w 10000"/>
                    <a:gd name="connsiteY15" fmla="*/ 7135 h 8600"/>
                    <a:gd name="connsiteX16" fmla="*/ 10000 w 10000"/>
                    <a:gd name="connsiteY16" fmla="*/ 3601 h 8600"/>
                    <a:gd name="connsiteX17" fmla="*/ 8768 w 10000"/>
                    <a:gd name="connsiteY17" fmla="*/ 234 h 8600"/>
                    <a:gd name="connsiteX0" fmla="*/ 8850 w 10315"/>
                    <a:gd name="connsiteY0" fmla="*/ 0 h 10000"/>
                    <a:gd name="connsiteX1" fmla="*/ 7591 w 10315"/>
                    <a:gd name="connsiteY1" fmla="*/ 6914 h 10000"/>
                    <a:gd name="connsiteX2" fmla="*/ 6907 w 10315"/>
                    <a:gd name="connsiteY2" fmla="*/ 6914 h 10000"/>
                    <a:gd name="connsiteX3" fmla="*/ 5316 w 10315"/>
                    <a:gd name="connsiteY3" fmla="*/ 6147 h 10000"/>
                    <a:gd name="connsiteX4" fmla="*/ 3723 w 10315"/>
                    <a:gd name="connsiteY4" fmla="*/ 6914 h 10000"/>
                    <a:gd name="connsiteX5" fmla="*/ 3382 w 10315"/>
                    <a:gd name="connsiteY5" fmla="*/ 7077 h 10000"/>
                    <a:gd name="connsiteX6" fmla="*/ 3042 w 10315"/>
                    <a:gd name="connsiteY6" fmla="*/ 6914 h 10000"/>
                    <a:gd name="connsiteX7" fmla="*/ 3042 w 10315"/>
                    <a:gd name="connsiteY7" fmla="*/ 6119 h 10000"/>
                    <a:gd name="connsiteX8" fmla="*/ 5316 w 10315"/>
                    <a:gd name="connsiteY8" fmla="*/ 5022 h 10000"/>
                    <a:gd name="connsiteX9" fmla="*/ 7591 w 10315"/>
                    <a:gd name="connsiteY9" fmla="*/ 6119 h 10000"/>
                    <a:gd name="connsiteX10" fmla="*/ 7591 w 10315"/>
                    <a:gd name="connsiteY10" fmla="*/ 6914 h 10000"/>
                    <a:gd name="connsiteX11" fmla="*/ 315 w 10315"/>
                    <a:gd name="connsiteY11" fmla="*/ 4187 h 10000"/>
                    <a:gd name="connsiteX12" fmla="*/ 1780 w 10315"/>
                    <a:gd name="connsiteY12" fmla="*/ 8297 h 10000"/>
                    <a:gd name="connsiteX13" fmla="*/ 5316 w 10315"/>
                    <a:gd name="connsiteY13" fmla="*/ 10000 h 10000"/>
                    <a:gd name="connsiteX14" fmla="*/ 8850 w 10315"/>
                    <a:gd name="connsiteY14" fmla="*/ 8297 h 10000"/>
                    <a:gd name="connsiteX15" fmla="*/ 10315 w 10315"/>
                    <a:gd name="connsiteY15" fmla="*/ 4187 h 10000"/>
                    <a:gd name="connsiteX16" fmla="*/ 9083 w 10315"/>
                    <a:gd name="connsiteY16" fmla="*/ 272 h 10000"/>
                    <a:gd name="connsiteX0" fmla="*/ 7108 w 8573"/>
                    <a:gd name="connsiteY0" fmla="*/ 0 h 10000"/>
                    <a:gd name="connsiteX1" fmla="*/ 5849 w 8573"/>
                    <a:gd name="connsiteY1" fmla="*/ 6914 h 10000"/>
                    <a:gd name="connsiteX2" fmla="*/ 5165 w 8573"/>
                    <a:gd name="connsiteY2" fmla="*/ 6914 h 10000"/>
                    <a:gd name="connsiteX3" fmla="*/ 3574 w 8573"/>
                    <a:gd name="connsiteY3" fmla="*/ 6147 h 10000"/>
                    <a:gd name="connsiteX4" fmla="*/ 1981 w 8573"/>
                    <a:gd name="connsiteY4" fmla="*/ 6914 h 10000"/>
                    <a:gd name="connsiteX5" fmla="*/ 1640 w 8573"/>
                    <a:gd name="connsiteY5" fmla="*/ 7077 h 10000"/>
                    <a:gd name="connsiteX6" fmla="*/ 1300 w 8573"/>
                    <a:gd name="connsiteY6" fmla="*/ 6914 h 10000"/>
                    <a:gd name="connsiteX7" fmla="*/ 1300 w 8573"/>
                    <a:gd name="connsiteY7" fmla="*/ 6119 h 10000"/>
                    <a:gd name="connsiteX8" fmla="*/ 3574 w 8573"/>
                    <a:gd name="connsiteY8" fmla="*/ 5022 h 10000"/>
                    <a:gd name="connsiteX9" fmla="*/ 5849 w 8573"/>
                    <a:gd name="connsiteY9" fmla="*/ 6119 h 10000"/>
                    <a:gd name="connsiteX10" fmla="*/ 5849 w 8573"/>
                    <a:gd name="connsiteY10" fmla="*/ 6914 h 10000"/>
                    <a:gd name="connsiteX11" fmla="*/ 38 w 8573"/>
                    <a:gd name="connsiteY11" fmla="*/ 8297 h 10000"/>
                    <a:gd name="connsiteX12" fmla="*/ 3574 w 8573"/>
                    <a:gd name="connsiteY12" fmla="*/ 10000 h 10000"/>
                    <a:gd name="connsiteX13" fmla="*/ 7108 w 8573"/>
                    <a:gd name="connsiteY13" fmla="*/ 8297 h 10000"/>
                    <a:gd name="connsiteX14" fmla="*/ 8573 w 8573"/>
                    <a:gd name="connsiteY14" fmla="*/ 4187 h 10000"/>
                    <a:gd name="connsiteX15" fmla="*/ 7341 w 8573"/>
                    <a:gd name="connsiteY15" fmla="*/ 272 h 10000"/>
                    <a:gd name="connsiteX0" fmla="*/ 6942 w 8651"/>
                    <a:gd name="connsiteY0" fmla="*/ 0 h 10038"/>
                    <a:gd name="connsiteX1" fmla="*/ 5474 w 8651"/>
                    <a:gd name="connsiteY1" fmla="*/ 6914 h 10038"/>
                    <a:gd name="connsiteX2" fmla="*/ 4676 w 8651"/>
                    <a:gd name="connsiteY2" fmla="*/ 6914 h 10038"/>
                    <a:gd name="connsiteX3" fmla="*/ 2820 w 8651"/>
                    <a:gd name="connsiteY3" fmla="*/ 6147 h 10038"/>
                    <a:gd name="connsiteX4" fmla="*/ 962 w 8651"/>
                    <a:gd name="connsiteY4" fmla="*/ 6914 h 10038"/>
                    <a:gd name="connsiteX5" fmla="*/ 564 w 8651"/>
                    <a:gd name="connsiteY5" fmla="*/ 7077 h 10038"/>
                    <a:gd name="connsiteX6" fmla="*/ 167 w 8651"/>
                    <a:gd name="connsiteY6" fmla="*/ 6914 h 10038"/>
                    <a:gd name="connsiteX7" fmla="*/ 167 w 8651"/>
                    <a:gd name="connsiteY7" fmla="*/ 6119 h 10038"/>
                    <a:gd name="connsiteX8" fmla="*/ 2820 w 8651"/>
                    <a:gd name="connsiteY8" fmla="*/ 5022 h 10038"/>
                    <a:gd name="connsiteX9" fmla="*/ 5474 w 8651"/>
                    <a:gd name="connsiteY9" fmla="*/ 6119 h 10038"/>
                    <a:gd name="connsiteX10" fmla="*/ 5474 w 8651"/>
                    <a:gd name="connsiteY10" fmla="*/ 6914 h 10038"/>
                    <a:gd name="connsiteX11" fmla="*/ 2820 w 8651"/>
                    <a:gd name="connsiteY11" fmla="*/ 10000 h 10038"/>
                    <a:gd name="connsiteX12" fmla="*/ 6942 w 8651"/>
                    <a:gd name="connsiteY12" fmla="*/ 8297 h 10038"/>
                    <a:gd name="connsiteX13" fmla="*/ 8651 w 8651"/>
                    <a:gd name="connsiteY13" fmla="*/ 4187 h 10038"/>
                    <a:gd name="connsiteX14" fmla="*/ 7214 w 8651"/>
                    <a:gd name="connsiteY14" fmla="*/ 272 h 10038"/>
                    <a:gd name="connsiteX0" fmla="*/ 8025 w 10000"/>
                    <a:gd name="connsiteY0" fmla="*/ 0 h 8351"/>
                    <a:gd name="connsiteX1" fmla="*/ 6328 w 10000"/>
                    <a:gd name="connsiteY1" fmla="*/ 6888 h 8351"/>
                    <a:gd name="connsiteX2" fmla="*/ 5405 w 10000"/>
                    <a:gd name="connsiteY2" fmla="*/ 6888 h 8351"/>
                    <a:gd name="connsiteX3" fmla="*/ 3260 w 10000"/>
                    <a:gd name="connsiteY3" fmla="*/ 6124 h 8351"/>
                    <a:gd name="connsiteX4" fmla="*/ 1112 w 10000"/>
                    <a:gd name="connsiteY4" fmla="*/ 6888 h 8351"/>
                    <a:gd name="connsiteX5" fmla="*/ 652 w 10000"/>
                    <a:gd name="connsiteY5" fmla="*/ 7050 h 8351"/>
                    <a:gd name="connsiteX6" fmla="*/ 193 w 10000"/>
                    <a:gd name="connsiteY6" fmla="*/ 6888 h 8351"/>
                    <a:gd name="connsiteX7" fmla="*/ 193 w 10000"/>
                    <a:gd name="connsiteY7" fmla="*/ 6096 h 8351"/>
                    <a:gd name="connsiteX8" fmla="*/ 3260 w 10000"/>
                    <a:gd name="connsiteY8" fmla="*/ 5003 h 8351"/>
                    <a:gd name="connsiteX9" fmla="*/ 6328 w 10000"/>
                    <a:gd name="connsiteY9" fmla="*/ 6096 h 8351"/>
                    <a:gd name="connsiteX10" fmla="*/ 6328 w 10000"/>
                    <a:gd name="connsiteY10" fmla="*/ 6888 h 8351"/>
                    <a:gd name="connsiteX11" fmla="*/ 8025 w 10000"/>
                    <a:gd name="connsiteY11" fmla="*/ 8266 h 8351"/>
                    <a:gd name="connsiteX12" fmla="*/ 10000 w 10000"/>
                    <a:gd name="connsiteY12" fmla="*/ 4171 h 8351"/>
                    <a:gd name="connsiteX13" fmla="*/ 8339 w 10000"/>
                    <a:gd name="connsiteY13" fmla="*/ 271 h 8351"/>
                    <a:gd name="connsiteX0" fmla="*/ 8025 w 10000"/>
                    <a:gd name="connsiteY0" fmla="*/ 0 h 8443"/>
                    <a:gd name="connsiteX1" fmla="*/ 6328 w 10000"/>
                    <a:gd name="connsiteY1" fmla="*/ 8248 h 8443"/>
                    <a:gd name="connsiteX2" fmla="*/ 5405 w 10000"/>
                    <a:gd name="connsiteY2" fmla="*/ 8248 h 8443"/>
                    <a:gd name="connsiteX3" fmla="*/ 3260 w 10000"/>
                    <a:gd name="connsiteY3" fmla="*/ 7333 h 8443"/>
                    <a:gd name="connsiteX4" fmla="*/ 1112 w 10000"/>
                    <a:gd name="connsiteY4" fmla="*/ 8248 h 8443"/>
                    <a:gd name="connsiteX5" fmla="*/ 652 w 10000"/>
                    <a:gd name="connsiteY5" fmla="*/ 8442 h 8443"/>
                    <a:gd name="connsiteX6" fmla="*/ 193 w 10000"/>
                    <a:gd name="connsiteY6" fmla="*/ 8248 h 8443"/>
                    <a:gd name="connsiteX7" fmla="*/ 193 w 10000"/>
                    <a:gd name="connsiteY7" fmla="*/ 7300 h 8443"/>
                    <a:gd name="connsiteX8" fmla="*/ 3260 w 10000"/>
                    <a:gd name="connsiteY8" fmla="*/ 5991 h 8443"/>
                    <a:gd name="connsiteX9" fmla="*/ 6328 w 10000"/>
                    <a:gd name="connsiteY9" fmla="*/ 7300 h 8443"/>
                    <a:gd name="connsiteX10" fmla="*/ 6328 w 10000"/>
                    <a:gd name="connsiteY10" fmla="*/ 8248 h 8443"/>
                    <a:gd name="connsiteX11" fmla="*/ 10000 w 10000"/>
                    <a:gd name="connsiteY11" fmla="*/ 4995 h 8443"/>
                    <a:gd name="connsiteX12" fmla="*/ 8339 w 10000"/>
                    <a:gd name="connsiteY12" fmla="*/ 325 h 8443"/>
                    <a:gd name="connsiteX0" fmla="*/ 8025 w 8339"/>
                    <a:gd name="connsiteY0" fmla="*/ 0 h 10000"/>
                    <a:gd name="connsiteX1" fmla="*/ 6328 w 8339"/>
                    <a:gd name="connsiteY1" fmla="*/ 9769 h 10000"/>
                    <a:gd name="connsiteX2" fmla="*/ 5405 w 8339"/>
                    <a:gd name="connsiteY2" fmla="*/ 9769 h 10000"/>
                    <a:gd name="connsiteX3" fmla="*/ 3260 w 8339"/>
                    <a:gd name="connsiteY3" fmla="*/ 8685 h 10000"/>
                    <a:gd name="connsiteX4" fmla="*/ 1112 w 8339"/>
                    <a:gd name="connsiteY4" fmla="*/ 9769 h 10000"/>
                    <a:gd name="connsiteX5" fmla="*/ 652 w 8339"/>
                    <a:gd name="connsiteY5" fmla="*/ 9999 h 10000"/>
                    <a:gd name="connsiteX6" fmla="*/ 193 w 8339"/>
                    <a:gd name="connsiteY6" fmla="*/ 9769 h 10000"/>
                    <a:gd name="connsiteX7" fmla="*/ 193 w 8339"/>
                    <a:gd name="connsiteY7" fmla="*/ 8646 h 10000"/>
                    <a:gd name="connsiteX8" fmla="*/ 3260 w 8339"/>
                    <a:gd name="connsiteY8" fmla="*/ 7096 h 10000"/>
                    <a:gd name="connsiteX9" fmla="*/ 6328 w 8339"/>
                    <a:gd name="connsiteY9" fmla="*/ 8646 h 10000"/>
                    <a:gd name="connsiteX10" fmla="*/ 6328 w 8339"/>
                    <a:gd name="connsiteY10" fmla="*/ 9769 h 10000"/>
                    <a:gd name="connsiteX11" fmla="*/ 8339 w 8339"/>
                    <a:gd name="connsiteY11" fmla="*/ 385 h 10000"/>
                    <a:gd name="connsiteX0" fmla="*/ 9623 w 9623"/>
                    <a:gd name="connsiteY0" fmla="*/ 0 h 10000"/>
                    <a:gd name="connsiteX1" fmla="*/ 7588 w 9623"/>
                    <a:gd name="connsiteY1" fmla="*/ 9769 h 10000"/>
                    <a:gd name="connsiteX2" fmla="*/ 6482 w 9623"/>
                    <a:gd name="connsiteY2" fmla="*/ 9769 h 10000"/>
                    <a:gd name="connsiteX3" fmla="*/ 3909 w 9623"/>
                    <a:gd name="connsiteY3" fmla="*/ 8685 h 10000"/>
                    <a:gd name="connsiteX4" fmla="*/ 1333 w 9623"/>
                    <a:gd name="connsiteY4" fmla="*/ 9769 h 10000"/>
                    <a:gd name="connsiteX5" fmla="*/ 782 w 9623"/>
                    <a:gd name="connsiteY5" fmla="*/ 9999 h 10000"/>
                    <a:gd name="connsiteX6" fmla="*/ 231 w 9623"/>
                    <a:gd name="connsiteY6" fmla="*/ 9769 h 10000"/>
                    <a:gd name="connsiteX7" fmla="*/ 231 w 9623"/>
                    <a:gd name="connsiteY7" fmla="*/ 8646 h 10000"/>
                    <a:gd name="connsiteX8" fmla="*/ 3909 w 9623"/>
                    <a:gd name="connsiteY8" fmla="*/ 7096 h 10000"/>
                    <a:gd name="connsiteX9" fmla="*/ 7588 w 9623"/>
                    <a:gd name="connsiteY9" fmla="*/ 8646 h 10000"/>
                    <a:gd name="connsiteX10" fmla="*/ 7588 w 9623"/>
                    <a:gd name="connsiteY10" fmla="*/ 9769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623" h="10000">
                      <a:moveTo>
                        <a:pt x="9623" y="0"/>
                      </a:moveTo>
                      <a:close/>
                      <a:moveTo>
                        <a:pt x="7588" y="9769"/>
                      </a:moveTo>
                      <a:cubicBezTo>
                        <a:pt x="7281" y="10078"/>
                        <a:pt x="6785" y="10078"/>
                        <a:pt x="6482" y="9769"/>
                      </a:cubicBezTo>
                      <a:cubicBezTo>
                        <a:pt x="5793" y="9070"/>
                        <a:pt x="4879" y="8685"/>
                        <a:pt x="3909" y="8685"/>
                      </a:cubicBezTo>
                      <a:cubicBezTo>
                        <a:pt x="2936" y="8685"/>
                        <a:pt x="2023" y="9070"/>
                        <a:pt x="1333" y="9769"/>
                      </a:cubicBezTo>
                      <a:cubicBezTo>
                        <a:pt x="1181" y="9922"/>
                        <a:pt x="983" y="9999"/>
                        <a:pt x="782" y="9999"/>
                      </a:cubicBezTo>
                      <a:cubicBezTo>
                        <a:pt x="584" y="9999"/>
                        <a:pt x="384" y="9922"/>
                        <a:pt x="231" y="9769"/>
                      </a:cubicBezTo>
                      <a:cubicBezTo>
                        <a:pt x="-77" y="9459"/>
                        <a:pt x="-77" y="8954"/>
                        <a:pt x="231" y="8646"/>
                      </a:cubicBezTo>
                      <a:cubicBezTo>
                        <a:pt x="1211" y="7649"/>
                        <a:pt x="2518" y="7096"/>
                        <a:pt x="3909" y="7096"/>
                      </a:cubicBezTo>
                      <a:cubicBezTo>
                        <a:pt x="5297" y="7096"/>
                        <a:pt x="6603" y="7649"/>
                        <a:pt x="7588" y="8646"/>
                      </a:cubicBezTo>
                      <a:cubicBezTo>
                        <a:pt x="7892" y="8954"/>
                        <a:pt x="7892" y="9459"/>
                        <a:pt x="7588" y="976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16131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286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思源黑体 CN Light" panose="020B0300000000000000" pitchFamily="34" charset="-122"/>
                  </a:endParaRPr>
                </a:p>
              </p:txBody>
            </p:sp>
          </p:grp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3F797FBF-5AD6-4ADE-9CF8-7A005A26F0EB}"/>
                  </a:ext>
                </a:extLst>
              </p:cNvPr>
              <p:cNvGrpSpPr/>
              <p:nvPr/>
            </p:nvGrpSpPr>
            <p:grpSpPr>
              <a:xfrm>
                <a:off x="3599443" y="5422965"/>
                <a:ext cx="171889" cy="171889"/>
                <a:chOff x="-2309155" y="5832387"/>
                <a:chExt cx="1182529" cy="1182529"/>
              </a:xfrm>
            </p:grpSpPr>
            <p:grpSp>
              <p:nvGrpSpPr>
                <p:cNvPr id="203" name="组合 202">
                  <a:extLst>
                    <a:ext uri="{FF2B5EF4-FFF2-40B4-BE49-F238E27FC236}">
                      <a16:creationId xmlns:a16="http://schemas.microsoft.com/office/drawing/2014/main" id="{6F077CF8-B314-40AF-84B9-55B316B891E2}"/>
                    </a:ext>
                  </a:extLst>
                </p:cNvPr>
                <p:cNvGrpSpPr/>
                <p:nvPr/>
              </p:nvGrpSpPr>
              <p:grpSpPr>
                <a:xfrm>
                  <a:off x="-2309155" y="5832387"/>
                  <a:ext cx="1182529" cy="1182529"/>
                  <a:chOff x="633708" y="3704524"/>
                  <a:chExt cx="207095" cy="207095"/>
                </a:xfrm>
              </p:grpSpPr>
              <p:sp>
                <p:nvSpPr>
                  <p:cNvPr id="205" name="椭圆 204">
                    <a:extLst>
                      <a:ext uri="{FF2B5EF4-FFF2-40B4-BE49-F238E27FC236}">
                        <a16:creationId xmlns:a16="http://schemas.microsoft.com/office/drawing/2014/main" id="{3EDCC93F-BF1F-445C-B04C-8068035817E4}"/>
                      </a:ext>
                    </a:extLst>
                  </p:cNvPr>
                  <p:cNvSpPr/>
                  <p:nvPr/>
                </p:nvSpPr>
                <p:spPr>
                  <a:xfrm>
                    <a:off x="633708" y="3704524"/>
                    <a:ext cx="207095" cy="207095"/>
                  </a:xfrm>
                  <a:prstGeom prst="ellipse">
                    <a:avLst/>
                  </a:prstGeom>
                  <a:solidFill>
                    <a:schemeClr val="tx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6" name="椭圆 205">
                    <a:extLst>
                      <a:ext uri="{FF2B5EF4-FFF2-40B4-BE49-F238E27FC236}">
                        <a16:creationId xmlns:a16="http://schemas.microsoft.com/office/drawing/2014/main" id="{20ACEC31-AA97-4BA1-A20E-618B5ED925B6}"/>
                      </a:ext>
                    </a:extLst>
                  </p:cNvPr>
                  <p:cNvSpPr/>
                  <p:nvPr/>
                </p:nvSpPr>
                <p:spPr>
                  <a:xfrm>
                    <a:off x="672529" y="3760444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7" name="椭圆 206">
                    <a:extLst>
                      <a:ext uri="{FF2B5EF4-FFF2-40B4-BE49-F238E27FC236}">
                        <a16:creationId xmlns:a16="http://schemas.microsoft.com/office/drawing/2014/main" id="{8DEA25E1-4897-46B6-89BF-1A7F890AA3AF}"/>
                      </a:ext>
                    </a:extLst>
                  </p:cNvPr>
                  <p:cNvSpPr/>
                  <p:nvPr/>
                </p:nvSpPr>
                <p:spPr>
                  <a:xfrm>
                    <a:off x="756666" y="3760444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508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4" name="流程图: 终止 203">
                  <a:extLst>
                    <a:ext uri="{FF2B5EF4-FFF2-40B4-BE49-F238E27FC236}">
                      <a16:creationId xmlns:a16="http://schemas.microsoft.com/office/drawing/2014/main" id="{37EFF7C8-19AA-4A13-9EAA-3BE4149A30B0}"/>
                    </a:ext>
                  </a:extLst>
                </p:cNvPr>
                <p:cNvSpPr/>
                <p:nvPr/>
              </p:nvSpPr>
              <p:spPr>
                <a:xfrm>
                  <a:off x="-1993786" y="6589798"/>
                  <a:ext cx="551789" cy="100028"/>
                </a:xfrm>
                <a:prstGeom prst="flowChartTerminator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08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4DFE54B2-D0A7-48BE-8D34-FAD6F44B7482}"/>
                  </a:ext>
                </a:extLst>
              </p:cNvPr>
              <p:cNvSpPr/>
              <p:nvPr/>
            </p:nvSpPr>
            <p:spPr>
              <a:xfrm>
                <a:off x="3179635" y="5626315"/>
                <a:ext cx="107572" cy="5085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8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2E979EDF-E9E2-46A9-A71E-2B0898F883B7}"/>
                  </a:ext>
                </a:extLst>
              </p:cNvPr>
              <p:cNvSpPr/>
              <p:nvPr/>
            </p:nvSpPr>
            <p:spPr>
              <a:xfrm>
                <a:off x="3399053" y="5626315"/>
                <a:ext cx="107572" cy="5085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8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FE5280C6-620E-47E8-A464-704158905633}"/>
                  </a:ext>
                </a:extLst>
              </p:cNvPr>
              <p:cNvSpPr/>
              <p:nvPr/>
            </p:nvSpPr>
            <p:spPr>
              <a:xfrm>
                <a:off x="3631602" y="5626315"/>
                <a:ext cx="107572" cy="5085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8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FC169F66-7414-4F49-ACCA-4EA070061B1D}"/>
                  </a:ext>
                </a:extLst>
              </p:cNvPr>
              <p:cNvSpPr/>
              <p:nvPr/>
            </p:nvSpPr>
            <p:spPr>
              <a:xfrm>
                <a:off x="3179635" y="5906912"/>
                <a:ext cx="107572" cy="227985"/>
              </a:xfrm>
              <a:prstGeom prst="rect">
                <a:avLst/>
              </a:prstGeom>
              <a:solidFill>
                <a:srgbClr val="FD7A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8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691AA766-B488-4FE5-94F4-AD030CC0E3AE}"/>
                  </a:ext>
                </a:extLst>
              </p:cNvPr>
              <p:cNvSpPr/>
              <p:nvPr/>
            </p:nvSpPr>
            <p:spPr>
              <a:xfrm>
                <a:off x="3399053" y="5681491"/>
                <a:ext cx="107572" cy="45340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8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CF507D4-6A7E-4692-8398-71E7C05172DE}"/>
                  </a:ext>
                </a:extLst>
              </p:cNvPr>
              <p:cNvSpPr/>
              <p:nvPr/>
            </p:nvSpPr>
            <p:spPr>
              <a:xfrm>
                <a:off x="3631602" y="5811179"/>
                <a:ext cx="107572" cy="323718"/>
              </a:xfrm>
              <a:prstGeom prst="rect">
                <a:avLst/>
              </a:prstGeom>
              <a:solidFill>
                <a:srgbClr val="8497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8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F9711335-CD65-47F1-9712-56D112FEA251}"/>
                </a:ext>
              </a:extLst>
            </p:cNvPr>
            <p:cNvCxnSpPr>
              <a:cxnSpLocks/>
            </p:cNvCxnSpPr>
            <p:nvPr/>
          </p:nvCxnSpPr>
          <p:spPr>
            <a:xfrm>
              <a:off x="3121636" y="6319539"/>
              <a:ext cx="716499" cy="0"/>
            </a:xfrm>
            <a:prstGeom prst="straightConnector1">
              <a:avLst/>
            </a:prstGeom>
            <a:ln w="15875">
              <a:solidFill>
                <a:srgbClr val="FFE49F"/>
              </a:solidFill>
              <a:headEnd w="lg" len="lg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0BC3AE5C-1A3F-435F-9F74-0C63BB5B37B8}"/>
                </a:ext>
              </a:extLst>
            </p:cNvPr>
            <p:cNvSpPr txBox="1"/>
            <p:nvPr/>
          </p:nvSpPr>
          <p:spPr>
            <a:xfrm>
              <a:off x="3092594" y="6338636"/>
              <a:ext cx="811833" cy="302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5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评估结果</a:t>
              </a:r>
            </a:p>
          </p:txBody>
        </p:sp>
      </p:grp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FA7676EF-E553-4449-9EBB-926F69B08403}"/>
              </a:ext>
            </a:extLst>
          </p:cNvPr>
          <p:cNvCxnSpPr/>
          <p:nvPr/>
        </p:nvCxnSpPr>
        <p:spPr>
          <a:xfrm>
            <a:off x="10295952" y="1211964"/>
            <a:ext cx="1" cy="465353"/>
          </a:xfrm>
          <a:prstGeom prst="straightConnector1">
            <a:avLst/>
          </a:prstGeom>
          <a:ln w="41275">
            <a:gradFill>
              <a:gsLst>
                <a:gs pos="31000">
                  <a:srgbClr val="7591E2"/>
                </a:gs>
                <a:gs pos="80000">
                  <a:srgbClr val="00B05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E276D051-9989-4555-943D-8B0B7A6FD710}"/>
              </a:ext>
            </a:extLst>
          </p:cNvPr>
          <p:cNvCxnSpPr>
            <a:cxnSpLocks/>
          </p:cNvCxnSpPr>
          <p:nvPr/>
        </p:nvCxnSpPr>
        <p:spPr>
          <a:xfrm>
            <a:off x="11414287" y="3370518"/>
            <a:ext cx="0" cy="485777"/>
          </a:xfrm>
          <a:prstGeom prst="straightConnector1">
            <a:avLst/>
          </a:prstGeom>
          <a:ln w="41275">
            <a:gradFill>
              <a:gsLst>
                <a:gs pos="68000">
                  <a:srgbClr val="28A7E1"/>
                </a:gs>
                <a:gs pos="24000">
                  <a:srgbClr val="00B05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AC276C9C-A3C9-4752-BBDE-F802A375D4D1}"/>
              </a:ext>
            </a:extLst>
          </p:cNvPr>
          <p:cNvCxnSpPr>
            <a:cxnSpLocks/>
          </p:cNvCxnSpPr>
          <p:nvPr/>
        </p:nvCxnSpPr>
        <p:spPr>
          <a:xfrm>
            <a:off x="12988751" y="8655874"/>
            <a:ext cx="0" cy="485777"/>
          </a:xfrm>
          <a:prstGeom prst="straightConnector1">
            <a:avLst/>
          </a:prstGeom>
          <a:ln w="41275">
            <a:gradFill>
              <a:gsLst>
                <a:gs pos="100000">
                  <a:srgbClr val="F8B529"/>
                </a:gs>
                <a:gs pos="0">
                  <a:srgbClr val="00B0F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BD8D04B9-230A-ECFA-9221-A1C7124F3DC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923" t="4627" r="6891" b="3412"/>
          <a:stretch/>
        </p:blipFill>
        <p:spPr>
          <a:xfrm>
            <a:off x="9712228" y="7710418"/>
            <a:ext cx="690009" cy="65501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051935B8-E0FB-79C8-1D35-6AF234A2A3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2713" y="2559304"/>
            <a:ext cx="677828" cy="786281"/>
          </a:xfrm>
          <a:prstGeom prst="rect">
            <a:avLst/>
          </a:prstGeom>
        </p:spPr>
      </p:pic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4E66B98-98DB-B0EA-CEDD-28CF10E3B494}"/>
              </a:ext>
            </a:extLst>
          </p:cNvPr>
          <p:cNvCxnSpPr>
            <a:cxnSpLocks/>
          </p:cNvCxnSpPr>
          <p:nvPr/>
        </p:nvCxnSpPr>
        <p:spPr>
          <a:xfrm>
            <a:off x="14757431" y="2696215"/>
            <a:ext cx="394715" cy="0"/>
          </a:xfrm>
          <a:prstGeom prst="straightConnector1">
            <a:avLst/>
          </a:prstGeom>
          <a:ln w="41275">
            <a:solidFill>
              <a:srgbClr val="B1DDD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03CD308-4293-69A7-6CBD-B76689E5213B}"/>
              </a:ext>
            </a:extLst>
          </p:cNvPr>
          <p:cNvSpPr/>
          <p:nvPr/>
        </p:nvSpPr>
        <p:spPr>
          <a:xfrm>
            <a:off x="8689328" y="11047925"/>
            <a:ext cx="6439788" cy="2086091"/>
          </a:xfrm>
          <a:prstGeom prst="roundRect">
            <a:avLst>
              <a:gd name="adj" fmla="val 6590"/>
            </a:avLst>
          </a:prstGeom>
          <a:noFill/>
          <a:ln w="38100">
            <a:solidFill>
              <a:srgbClr val="F8B5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131" tIns="58066" rIns="116131" bIns="580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08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EE42739-B4C7-D926-A8C0-231CF4E0E1AF}"/>
              </a:ext>
            </a:extLst>
          </p:cNvPr>
          <p:cNvSpPr/>
          <p:nvPr/>
        </p:nvSpPr>
        <p:spPr>
          <a:xfrm>
            <a:off x="8706547" y="11067900"/>
            <a:ext cx="1578911" cy="439036"/>
          </a:xfrm>
          <a:prstGeom prst="roundRect">
            <a:avLst>
              <a:gd name="adj" fmla="val 14371"/>
            </a:avLst>
          </a:prstGeom>
          <a:solidFill>
            <a:srgbClr val="F8B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78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712F00-89E4-899B-281A-46E450B7F318}"/>
              </a:ext>
            </a:extLst>
          </p:cNvPr>
          <p:cNvSpPr txBox="1"/>
          <p:nvPr/>
        </p:nvSpPr>
        <p:spPr>
          <a:xfrm>
            <a:off x="8855511" y="11150608"/>
            <a:ext cx="1378829" cy="273601"/>
          </a:xfrm>
          <a:prstGeom prst="rect">
            <a:avLst/>
          </a:prstGeom>
          <a:noFill/>
        </p:spPr>
        <p:txBody>
          <a:bodyPr wrap="none" lIns="116131" tIns="0" rIns="0" bIns="0" rtlCol="0">
            <a:spAutoFit/>
          </a:bodyPr>
          <a:lstStyle/>
          <a:p>
            <a:pPr algn="ctr"/>
            <a:r>
              <a:rPr lang="en-US" altLang="zh-CN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Ⅴ </a:t>
            </a:r>
            <a:r>
              <a:rPr lang="zh-CN" altLang="en-US" sz="1778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思源黑体 CN Light" panose="020B0300000000000000" pitchFamily="34" charset="-122"/>
              </a:rPr>
              <a:t>生产放大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5DDFB9E-E334-AED4-F36C-40928F38C5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80639" y="11119907"/>
            <a:ext cx="1972875" cy="197287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D5C3F70-F78C-0304-8F1A-8A316614D06D}"/>
              </a:ext>
            </a:extLst>
          </p:cNvPr>
          <p:cNvCxnSpPr>
            <a:cxnSpLocks/>
          </p:cNvCxnSpPr>
          <p:nvPr/>
        </p:nvCxnSpPr>
        <p:spPr>
          <a:xfrm>
            <a:off x="11746410" y="10686222"/>
            <a:ext cx="0" cy="485777"/>
          </a:xfrm>
          <a:prstGeom prst="straightConnector1">
            <a:avLst/>
          </a:prstGeom>
          <a:ln w="41275">
            <a:gradFill>
              <a:gsLst>
                <a:gs pos="100000">
                  <a:srgbClr val="F8B529"/>
                </a:gs>
                <a:gs pos="0">
                  <a:srgbClr val="00B0F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9710BFB-66F2-9A84-BEDF-FAA1BF8CDD27}"/>
              </a:ext>
            </a:extLst>
          </p:cNvPr>
          <p:cNvCxnSpPr>
            <a:cxnSpLocks/>
          </p:cNvCxnSpPr>
          <p:nvPr/>
        </p:nvCxnSpPr>
        <p:spPr>
          <a:xfrm>
            <a:off x="12024185" y="10911394"/>
            <a:ext cx="0" cy="485777"/>
          </a:xfrm>
          <a:prstGeom prst="straightConnector1">
            <a:avLst/>
          </a:prstGeom>
          <a:ln w="41275">
            <a:gradFill>
              <a:gsLst>
                <a:gs pos="100000">
                  <a:srgbClr val="F8B529"/>
                </a:gs>
                <a:gs pos="0">
                  <a:srgbClr val="00B0F0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4476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华文楷体"/>
            <a:ea typeface="华文楷体"/>
            <a:cs typeface="华文楷体"/>
            <a:sym typeface="华文楷体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华文楷体"/>
            <a:ea typeface="华文楷体"/>
            <a:cs typeface="华文楷体"/>
            <a:sym typeface="华文楷体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华文楷体"/>
            <a:ea typeface="华文楷体"/>
            <a:cs typeface="华文楷体"/>
            <a:sym typeface="华文楷体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华文楷体"/>
            <a:ea typeface="华文楷体"/>
            <a:cs typeface="华文楷体"/>
            <a:sym typeface="华文楷体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149</Words>
  <Application>Microsoft Office PowerPoint</Application>
  <PresentationFormat>自定义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Apple Chancery</vt:lpstr>
      <vt:lpstr>Helvetica Neue</vt:lpstr>
      <vt:lpstr>Helvetica Neue Light</vt:lpstr>
      <vt:lpstr>Kaiti SC Regular</vt:lpstr>
      <vt:lpstr>FangSong</vt:lpstr>
      <vt:lpstr>华文楷体</vt:lpstr>
      <vt:lpstr>楷体</vt:lpstr>
      <vt:lpstr>Times New Roman</vt:lpstr>
      <vt:lpstr>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jiaming guan</dc:creator>
  <cp:lastModifiedBy>jiaming guan</cp:lastModifiedBy>
  <cp:revision>26</cp:revision>
  <dcterms:modified xsi:type="dcterms:W3CDTF">2025-11-25T10:31:51Z</dcterms:modified>
</cp:coreProperties>
</file>