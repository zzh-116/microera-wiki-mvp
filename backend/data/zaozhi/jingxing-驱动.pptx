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70" r:id="rId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1pPr>
    <a:lvl2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2pPr>
    <a:lvl3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3pPr>
    <a:lvl4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4pPr>
    <a:lvl5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5pPr>
    <a:lvl6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6pPr>
    <a:lvl7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7pPr>
    <a:lvl8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8pPr>
    <a:lvl9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华文楷体"/>
        <a:ea typeface="华文楷体"/>
        <a:cs typeface="华文楷体"/>
        <a:sym typeface="华文楷体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76BA"/>
          </a:solidFill>
        </a:fill>
      </a:tcStyle>
    </a:firstCol>
    <a:lastRow>
      <a:tcTxStyle b="off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4D80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EEE7283C-3CF3-47DC-8721-378D4A62B228}" styleName="">
    <a:tblBg/>
    <a:wholeTbl>
      <a:tcTxStyle b="off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/>
      <a:tcStyle>
        <a:tcBdr/>
        <a:fill>
          <a:solidFill>
            <a:srgbClr val="E6F0FF"/>
          </a:solidFill>
        </a:fill>
      </a:tcStyle>
    </a:band2H>
    <a:firstCol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/>
      <a:tcStyle>
        <a:tcBdr/>
        <a:fill>
          <a:solidFill>
            <a:srgbClr val="EAF8E7"/>
          </a:solidFill>
        </a:fill>
      </a:tcStyle>
    </a:band2H>
    <a:firstCol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9D1E1"/>
          </a:solidFill>
        </a:fill>
      </a:tcStyle>
    </a:wholeTbl>
    <a:band2H>
      <a:tcTxStyle/>
      <a:tcStyle>
        <a:tcBdr/>
        <a:fill>
          <a:solidFill>
            <a:srgbClr val="FCE9F0"/>
          </a:solidFill>
        </a:fill>
      </a:tcStyle>
    </a:band2H>
    <a:firstCol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华文楷体"/>
          <a:ea typeface="华文楷体"/>
          <a:cs typeface="华文楷体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华文楷体"/>
          <a:ea typeface="华文楷体"/>
          <a:cs typeface="华文楷体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3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2" name="Shape 14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与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>
            <a:spLocks noGrp="1"/>
          </p:cNvSpPr>
          <p:nvPr>
            <p:ph type="title"/>
          </p:nvPr>
        </p:nvSpPr>
        <p:spPr>
          <a:xfrm>
            <a:off x="1778000" y="2298700"/>
            <a:ext cx="20828000" cy="4648200"/>
          </a:xfrm>
          <a:prstGeom prst="rect">
            <a:avLst/>
          </a:prstGeom>
        </p:spPr>
        <p:txBody>
          <a:bodyPr anchor="b"/>
          <a:lstStyle/>
          <a:p>
            <a:r>
              <a:t>标题文本</a:t>
            </a:r>
          </a:p>
        </p:txBody>
      </p:sp>
      <p:sp>
        <p:nvSpPr>
          <p:cNvPr id="12" name="正文级别 1…"/>
          <p:cNvSpPr txBox="1">
            <a:spLocks noGrp="1"/>
          </p:cNvSpPr>
          <p:nvPr>
            <p:ph type="body" sz="quarter" idx="1"/>
          </p:nvPr>
        </p:nvSpPr>
        <p:spPr>
          <a:xfrm>
            <a:off x="1778000" y="7073900"/>
            <a:ext cx="20828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1pPr>
            <a:lvl2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2pPr>
            <a:lvl3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3pPr>
            <a:lvl4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4pPr>
            <a:lvl5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 - 水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图像"/>
          <p:cNvSpPr>
            <a:spLocks noGrp="1"/>
          </p:cNvSpPr>
          <p:nvPr>
            <p:ph type="pic" idx="21"/>
          </p:nvPr>
        </p:nvSpPr>
        <p:spPr>
          <a:xfrm>
            <a:off x="3124200" y="-38100"/>
            <a:ext cx="18135600" cy="12096699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标题文本"/>
          <p:cNvSpPr txBox="1">
            <a:spLocks noGrp="1"/>
          </p:cNvSpPr>
          <p:nvPr>
            <p:ph type="title"/>
          </p:nvPr>
        </p:nvSpPr>
        <p:spPr>
          <a:xfrm>
            <a:off x="635000" y="9512300"/>
            <a:ext cx="23114000" cy="2006600"/>
          </a:xfrm>
          <a:prstGeom prst="rect">
            <a:avLst/>
          </a:prstGeom>
        </p:spPr>
        <p:txBody>
          <a:bodyPr anchor="b"/>
          <a:lstStyle/>
          <a:p>
            <a:r>
              <a:t>标题文本</a:t>
            </a:r>
          </a:p>
        </p:txBody>
      </p:sp>
      <p:sp>
        <p:nvSpPr>
          <p:cNvPr id="22" name="正文级别 1…"/>
          <p:cNvSpPr txBox="1">
            <a:spLocks noGrp="1"/>
          </p:cNvSpPr>
          <p:nvPr>
            <p:ph type="body" sz="quarter" idx="1"/>
          </p:nvPr>
        </p:nvSpPr>
        <p:spPr>
          <a:xfrm>
            <a:off x="635000" y="11442700"/>
            <a:ext cx="23114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1pPr>
            <a:lvl2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2pPr>
            <a:lvl3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3pPr>
            <a:lvl4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4pPr>
            <a:lvl5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2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 - 居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文本"/>
          <p:cNvSpPr txBox="1">
            <a:spLocks noGrp="1"/>
          </p:cNvSpPr>
          <p:nvPr>
            <p:ph type="title"/>
          </p:nvPr>
        </p:nvSpPr>
        <p:spPr>
          <a:xfrm>
            <a:off x="1778000" y="4533900"/>
            <a:ext cx="20828000" cy="4648200"/>
          </a:xfrm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31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 - 垂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图像"/>
          <p:cNvSpPr>
            <a:spLocks noGrp="1"/>
          </p:cNvSpPr>
          <p:nvPr>
            <p:ph type="pic" idx="21"/>
          </p:nvPr>
        </p:nvSpPr>
        <p:spPr>
          <a:xfrm>
            <a:off x="7950200" y="1104900"/>
            <a:ext cx="17259302" cy="1150620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标题文本"/>
          <p:cNvSpPr txBox="1">
            <a:spLocks noGrp="1"/>
          </p:cNvSpPr>
          <p:nvPr>
            <p:ph type="title"/>
          </p:nvPr>
        </p:nvSpPr>
        <p:spPr>
          <a:xfrm>
            <a:off x="1651000" y="952500"/>
            <a:ext cx="10223500" cy="5549900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6000" spc="1200">
                <a:solidFill>
                  <a:srgbClr val="B51600"/>
                </a:solidFill>
                <a:latin typeface="华文楷体"/>
                <a:ea typeface="华文楷体"/>
                <a:cs typeface="华文楷体"/>
                <a:sym typeface="华文楷体"/>
              </a:defRPr>
            </a:lvl1pPr>
          </a:lstStyle>
          <a:p>
            <a:r>
              <a:t>标题文本</a:t>
            </a:r>
          </a:p>
        </p:txBody>
      </p:sp>
      <p:sp>
        <p:nvSpPr>
          <p:cNvPr id="40" name="正文级别 1…"/>
          <p:cNvSpPr txBox="1">
            <a:spLocks noGrp="1"/>
          </p:cNvSpPr>
          <p:nvPr>
            <p:ph type="body" sz="quarter" idx="1"/>
          </p:nvPr>
        </p:nvSpPr>
        <p:spPr>
          <a:xfrm>
            <a:off x="1651000" y="6527800"/>
            <a:ext cx="10223500" cy="57277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1pPr>
            <a:lvl2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2pPr>
            <a:lvl3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3pPr>
            <a:lvl4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4pPr>
            <a:lvl5pPr marL="0" indent="0" algn="ctr">
              <a:spcBef>
                <a:spcPts val="0"/>
              </a:spcBef>
              <a:buSzTx/>
              <a:buNone/>
              <a:defRPr sz="5400">
                <a:latin typeface="Kaiti SC Regular"/>
                <a:ea typeface="Kaiti SC Regular"/>
                <a:cs typeface="Kaiti SC Regular"/>
                <a:sym typeface="Kaiti SC Regular"/>
              </a:defRPr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1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 - 顶部对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标题文本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49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、项目符号与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图像"/>
          <p:cNvSpPr>
            <a:spLocks noGrp="1"/>
          </p:cNvSpPr>
          <p:nvPr>
            <p:ph type="pic" sz="half" idx="21"/>
          </p:nvPr>
        </p:nvSpPr>
        <p:spPr>
          <a:xfrm>
            <a:off x="109601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标题文本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67" name="正文级别 1…"/>
          <p:cNvSpPr txBox="1">
            <a:spLocks noGrp="1"/>
          </p:cNvSpPr>
          <p:nvPr>
            <p:ph type="body" sz="half" idx="1"/>
          </p:nvPr>
        </p:nvSpPr>
        <p:spPr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lnSpc>
                <a:spcPct val="100000"/>
              </a:lnSpc>
              <a:spcBef>
                <a:spcPts val="4500"/>
              </a:spcBef>
              <a:defRPr sz="3800"/>
            </a:lvl1pPr>
            <a:lvl2pPr marL="1117600" indent="-558800">
              <a:lnSpc>
                <a:spcPct val="100000"/>
              </a:lnSpc>
              <a:spcBef>
                <a:spcPts val="4500"/>
              </a:spcBef>
              <a:defRPr sz="3800"/>
            </a:lvl2pPr>
            <a:lvl3pPr marL="1676400" indent="-558800">
              <a:lnSpc>
                <a:spcPct val="100000"/>
              </a:lnSpc>
              <a:spcBef>
                <a:spcPts val="4500"/>
              </a:spcBef>
              <a:defRPr sz="3800"/>
            </a:lvl3pPr>
            <a:lvl4pPr marL="2235200" indent="-558800">
              <a:lnSpc>
                <a:spcPct val="100000"/>
              </a:lnSpc>
              <a:spcBef>
                <a:spcPts val="4500"/>
              </a:spcBef>
              <a:defRPr sz="3800"/>
            </a:lvl4pPr>
            <a:lvl5pPr marL="2794000" indent="-558800">
              <a:lnSpc>
                <a:spcPct val="100000"/>
              </a:lnSpc>
              <a:spcBef>
                <a:spcPts val="4500"/>
              </a:spcBef>
              <a:defRPr sz="38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68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项目符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正文级别 1…"/>
          <p:cNvSpPr txBox="1">
            <a:spLocks noGrp="1"/>
          </p:cNvSpPr>
          <p:nvPr>
            <p:ph type="body" idx="1"/>
          </p:nvPr>
        </p:nvSpPr>
        <p:spPr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76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 - 3 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图像"/>
          <p:cNvSpPr>
            <a:spLocks noGrp="1"/>
          </p:cNvSpPr>
          <p:nvPr>
            <p:ph type="pic" sz="quarter" idx="21"/>
          </p:nvPr>
        </p:nvSpPr>
        <p:spPr>
          <a:xfrm>
            <a:off x="15681340" y="7035800"/>
            <a:ext cx="8396679" cy="56007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图像"/>
          <p:cNvSpPr>
            <a:spLocks noGrp="1"/>
          </p:cNvSpPr>
          <p:nvPr>
            <p:ph type="pic" sz="quarter" idx="22"/>
          </p:nvPr>
        </p:nvSpPr>
        <p:spPr>
          <a:xfrm>
            <a:off x="15290800" y="1130300"/>
            <a:ext cx="8331200" cy="5554134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图像"/>
          <p:cNvSpPr>
            <a:spLocks noGrp="1"/>
          </p:cNvSpPr>
          <p:nvPr>
            <p:ph type="pic" idx="23"/>
          </p:nvPr>
        </p:nvSpPr>
        <p:spPr>
          <a:xfrm>
            <a:off x="-304800" y="1130300"/>
            <a:ext cx="17202150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引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正文级别 1…"/>
          <p:cNvSpPr txBox="1">
            <a:spLocks noGrp="1"/>
          </p:cNvSpPr>
          <p:nvPr>
            <p:ph type="body" sz="quarter" idx="1"/>
          </p:nvPr>
        </p:nvSpPr>
        <p:spPr>
          <a:xfrm>
            <a:off x="2387600" y="8953500"/>
            <a:ext cx="19621500" cy="749300"/>
          </a:xfrm>
          <a:prstGeom prst="rect">
            <a:avLst/>
          </a:prstGeo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SzTx/>
              <a:buNone/>
              <a:defRPr sz="3200">
                <a:latin typeface="Apple Chancery"/>
                <a:ea typeface="Apple Chancery"/>
                <a:cs typeface="Apple Chancery"/>
                <a:sym typeface="Apple Chancery"/>
              </a:defRPr>
            </a:lvl1pPr>
            <a:lvl2pPr marL="1025769" indent="-390769" algn="ctr">
              <a:lnSpc>
                <a:spcPct val="100000"/>
              </a:lnSpc>
              <a:spcBef>
                <a:spcPts val="0"/>
              </a:spcBef>
              <a:defRPr sz="3200">
                <a:latin typeface="Apple Chancery"/>
                <a:ea typeface="Apple Chancery"/>
                <a:cs typeface="Apple Chancery"/>
                <a:sym typeface="Apple Chancery"/>
              </a:defRPr>
            </a:lvl2pPr>
            <a:lvl3pPr marL="1660769" indent="-390769" algn="ctr">
              <a:lnSpc>
                <a:spcPct val="100000"/>
              </a:lnSpc>
              <a:spcBef>
                <a:spcPts val="0"/>
              </a:spcBef>
              <a:defRPr sz="3200">
                <a:latin typeface="Apple Chancery"/>
                <a:ea typeface="Apple Chancery"/>
                <a:cs typeface="Apple Chancery"/>
                <a:sym typeface="Apple Chancery"/>
              </a:defRPr>
            </a:lvl3pPr>
            <a:lvl4pPr marL="2295769" indent="-390769" algn="ctr">
              <a:lnSpc>
                <a:spcPct val="100000"/>
              </a:lnSpc>
              <a:spcBef>
                <a:spcPts val="0"/>
              </a:spcBef>
              <a:defRPr sz="3200">
                <a:latin typeface="Apple Chancery"/>
                <a:ea typeface="Apple Chancery"/>
                <a:cs typeface="Apple Chancery"/>
                <a:sym typeface="Apple Chancery"/>
              </a:defRPr>
            </a:lvl4pPr>
            <a:lvl5pPr marL="2930769" indent="-390769" algn="ctr">
              <a:lnSpc>
                <a:spcPct val="100000"/>
              </a:lnSpc>
              <a:spcBef>
                <a:spcPts val="0"/>
              </a:spcBef>
              <a:defRPr sz="3200">
                <a:latin typeface="Apple Chancery"/>
                <a:ea typeface="Apple Chancery"/>
                <a:cs typeface="Apple Chancery"/>
                <a:sym typeface="Apple Chancery"/>
              </a:defRPr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94" name="“在此键入引文。”"/>
          <p:cNvSpPr txBox="1">
            <a:spLocks noGrp="1"/>
          </p:cNvSpPr>
          <p:nvPr>
            <p:ph type="body" sz="quarter" idx="21"/>
          </p:nvPr>
        </p:nvSpPr>
        <p:spPr>
          <a:xfrm>
            <a:off x="2387600" y="5905498"/>
            <a:ext cx="19621500" cy="1168402"/>
          </a:xfrm>
          <a:prstGeom prst="rect">
            <a:avLst/>
          </a:prstGeom>
        </p:spPr>
        <p:txBody>
          <a:bodyPr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SzTx/>
              <a:buNone/>
              <a:defRPr sz="6000">
                <a:latin typeface="Kaiti SC Regular"/>
                <a:ea typeface="Kaiti SC Regular"/>
                <a:cs typeface="Kaiti SC Regular"/>
                <a:sym typeface="Kaiti SC Regular"/>
              </a:defRPr>
            </a:pPr>
            <a:endParaRPr/>
          </a:p>
        </p:txBody>
      </p:sp>
      <p:sp>
        <p:nvSpPr>
          <p:cNvPr id="95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图像"/>
          <p:cNvSpPr>
            <a:spLocks noGrp="1"/>
          </p:cNvSpPr>
          <p:nvPr>
            <p:ph type="pic" idx="21"/>
          </p:nvPr>
        </p:nvSpPr>
        <p:spPr>
          <a:xfrm>
            <a:off x="0" y="0"/>
            <a:ext cx="24384000" cy="1626446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带标题的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标题文本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6000" spc="1200">
                <a:solidFill>
                  <a:srgbClr val="B51600"/>
                </a:solidFill>
                <a:latin typeface="华文楷体"/>
                <a:ea typeface="华文楷体"/>
                <a:cs typeface="华文楷体"/>
                <a:sym typeface="华文楷体"/>
              </a:defRPr>
            </a:lvl1pPr>
          </a:lstStyle>
          <a:p>
            <a:r>
              <a:t>标题文本</a:t>
            </a:r>
          </a:p>
        </p:txBody>
      </p:sp>
      <p:sp>
        <p:nvSpPr>
          <p:cNvPr id="118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竖排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标题文本"/>
          <p:cNvSpPr txBox="1">
            <a:spLocks noGrp="1"/>
          </p:cNvSpPr>
          <p:nvPr>
            <p:ph type="title"/>
          </p:nvPr>
        </p:nvSpPr>
        <p:spPr>
          <a:xfrm>
            <a:off x="951586" y="355600"/>
            <a:ext cx="1552025" cy="13004800"/>
          </a:xfrm>
          <a:prstGeom prst="rect">
            <a:avLst/>
          </a:prstGeom>
        </p:spPr>
        <p:txBody>
          <a:bodyPr vert="eaVert"/>
          <a:lstStyle>
            <a:lvl1pPr>
              <a:lnSpc>
                <a:spcPct val="100000"/>
              </a:lnSpc>
              <a:defRPr sz="6000" spc="1200">
                <a:solidFill>
                  <a:srgbClr val="B51600"/>
                </a:solidFill>
                <a:latin typeface="华文楷体"/>
                <a:ea typeface="华文楷体"/>
                <a:cs typeface="华文楷体"/>
                <a:sym typeface="华文楷体"/>
              </a:defRPr>
            </a:lvl1pPr>
          </a:lstStyle>
          <a:p>
            <a:r>
              <a:t>标题文本</a:t>
            </a:r>
          </a:p>
        </p:txBody>
      </p:sp>
      <p:sp>
        <p:nvSpPr>
          <p:cNvPr id="126" name="正文级别 1…"/>
          <p:cNvSpPr txBox="1">
            <a:spLocks noGrp="1"/>
          </p:cNvSpPr>
          <p:nvPr>
            <p:ph type="body" idx="1"/>
          </p:nvPr>
        </p:nvSpPr>
        <p:spPr>
          <a:xfrm>
            <a:off x="2772321" y="1051410"/>
            <a:ext cx="21005802" cy="11613181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>
                <a:latin typeface="Kaiti SC Regular"/>
                <a:ea typeface="Kaiti SC Regular"/>
                <a:cs typeface="Kaiti SC Regular"/>
                <a:sym typeface="Kaiti SC Regular"/>
              </a:defRPr>
            </a:lvl1pPr>
            <a:lvl2pPr>
              <a:spcBef>
                <a:spcPts val="0"/>
              </a:spcBef>
              <a:defRPr>
                <a:latin typeface="Kaiti SC Regular"/>
                <a:ea typeface="Kaiti SC Regular"/>
                <a:cs typeface="Kaiti SC Regular"/>
                <a:sym typeface="Kaiti SC Regular"/>
              </a:defRPr>
            </a:lvl2pPr>
            <a:lvl3pPr>
              <a:spcBef>
                <a:spcPts val="0"/>
              </a:spcBef>
              <a:defRPr>
                <a:latin typeface="Kaiti SC Regular"/>
                <a:ea typeface="Kaiti SC Regular"/>
                <a:cs typeface="Kaiti SC Regular"/>
                <a:sym typeface="Kaiti SC Regular"/>
              </a:defRPr>
            </a:lvl3pPr>
            <a:lvl4pPr>
              <a:spcBef>
                <a:spcPts val="0"/>
              </a:spcBef>
              <a:defRPr>
                <a:latin typeface="Kaiti SC Regular"/>
                <a:ea typeface="Kaiti SC Regular"/>
                <a:cs typeface="Kaiti SC Regular"/>
                <a:sym typeface="Kaiti SC Regular"/>
              </a:defRPr>
            </a:lvl4pPr>
            <a:lvl5pPr>
              <a:spcBef>
                <a:spcPts val="0"/>
              </a:spcBef>
              <a:defRPr>
                <a:latin typeface="Kaiti SC Regular"/>
                <a:ea typeface="Kaiti SC Regular"/>
                <a:cs typeface="Kaiti SC Regular"/>
                <a:sym typeface="Kaiti SC Regular"/>
              </a:defRPr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27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带标题的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标题文本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6000" spc="1200">
                <a:solidFill>
                  <a:srgbClr val="B51700"/>
                </a:solidFill>
                <a:latin typeface="华文楷体"/>
                <a:ea typeface="华文楷体"/>
                <a:cs typeface="华文楷体"/>
                <a:sym typeface="华文楷体"/>
              </a:defRPr>
            </a:lvl1pPr>
          </a:lstStyle>
          <a:p>
            <a:r>
              <a:t>标题文本</a:t>
            </a:r>
          </a:p>
        </p:txBody>
      </p:sp>
      <p:sp>
        <p:nvSpPr>
          <p:cNvPr id="135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标题文本</a:t>
            </a:r>
          </a:p>
        </p:txBody>
      </p:sp>
      <p:sp>
        <p:nvSpPr>
          <p:cNvPr id="3" name="正文级别 1…"/>
          <p:cNvSpPr txBox="1">
            <a:spLocks noGrp="1"/>
          </p:cNvSpPr>
          <p:nvPr>
            <p:ph type="body" idx="1"/>
          </p:nvPr>
        </p:nvSpPr>
        <p:spPr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2" r:id="rId12"/>
    <p:sldLayoutId id="2147483663" r:id="rId13"/>
  </p:sldLayoutIdLst>
  <p:transition spd="med"/>
  <p:txStyles>
    <p:titleStyle>
      <a:lvl1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1pPr>
      <a:lvl2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2pPr>
      <a:lvl3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3pPr>
      <a:lvl4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4pPr>
      <a:lvl5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5pPr>
      <a:lvl6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6pPr>
      <a:lvl7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7pPr>
      <a:lvl8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8pPr>
      <a:lvl9pPr marL="0" marR="0" indent="0" algn="ctr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941100"/>
          </a:solidFill>
          <a:uFillTx/>
          <a:latin typeface="Kaiti SC Regular"/>
          <a:ea typeface="Kaiti SC Regular"/>
          <a:cs typeface="Kaiti SC Regular"/>
          <a:sym typeface="Kaiti SC Regular"/>
        </a:defRPr>
      </a:lvl9pPr>
    </p:titleStyle>
    <p:bodyStyle>
      <a:lvl1pPr marL="529165" marR="0" indent="-529165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1pPr>
      <a:lvl2pPr marL="1164165" marR="0" indent="-529166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2pPr>
      <a:lvl3pPr marL="1799165" marR="0" indent="-529165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3pPr>
      <a:lvl4pPr marL="2434165" marR="0" indent="-529165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4pPr>
      <a:lvl5pPr marL="3069165" marR="0" indent="-529165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5pPr>
      <a:lvl6pPr marL="3663461" marR="0" indent="-488461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6pPr>
      <a:lvl7pPr marL="4298461" marR="0" indent="-488461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7pPr>
      <a:lvl8pPr marL="4933461" marR="0" indent="-488461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8pPr>
      <a:lvl9pPr marL="5568461" marR="0" indent="-488461" algn="l" defTabSz="825500" rtl="0" latinLnBrk="0">
        <a:lnSpc>
          <a:spcPct val="12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4000" b="0" i="0" u="none" strike="noStrike" cap="none" spc="0" baseline="0">
          <a:solidFill>
            <a:srgbClr val="000000"/>
          </a:solidFill>
          <a:uFillTx/>
          <a:latin typeface="FangSong"/>
          <a:ea typeface="FangSong"/>
          <a:cs typeface="FangSong"/>
          <a:sym typeface="FangSong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水捕集 材料研发示例"/>
          <p:cNvSpPr txBox="1"/>
          <p:nvPr/>
        </p:nvSpPr>
        <p:spPr>
          <a:xfrm>
            <a:off x="748821" y="732512"/>
            <a:ext cx="9658093" cy="1078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lnSpc>
                <a:spcPct val="110000"/>
              </a:lnSpc>
              <a:defRPr sz="6000" spc="600">
                <a:solidFill>
                  <a:srgbClr val="945200"/>
                </a:solidFill>
              </a:defRPr>
            </a:pPr>
            <a:r>
              <a:rPr dirty="0" err="1">
                <a:solidFill>
                  <a:srgbClr val="5E5E5E"/>
                </a:solidFill>
              </a:rPr>
              <a:t>驱动力</a:t>
            </a:r>
            <a:r>
              <a:rPr dirty="0">
                <a:solidFill>
                  <a:srgbClr val="5E5E5E"/>
                </a:solidFill>
              </a:rPr>
              <a:t>:</a:t>
            </a:r>
            <a:r>
              <a:rPr lang="zh-CN" altLang="en-US" dirty="0"/>
              <a:t>成本、</a:t>
            </a:r>
            <a:r>
              <a:rPr dirty="0" err="1"/>
              <a:t>市场、社会</a:t>
            </a:r>
            <a:endParaRPr dirty="0"/>
          </a:p>
        </p:txBody>
      </p:sp>
      <p:sp>
        <p:nvSpPr>
          <p:cNvPr id="419" name="线条"/>
          <p:cNvSpPr/>
          <p:nvPr/>
        </p:nvSpPr>
        <p:spPr>
          <a:xfrm flipH="1" flipV="1">
            <a:off x="748820" y="1996053"/>
            <a:ext cx="9844281" cy="1"/>
          </a:xfrm>
          <a:prstGeom prst="line">
            <a:avLst/>
          </a:prstGeom>
          <a:ln w="25400">
            <a:solidFill>
              <a:srgbClr val="A7A7A7"/>
            </a:solidFill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pic>
        <p:nvPicPr>
          <p:cNvPr id="422" name="图像" descr="图像"/>
          <p:cNvPicPr>
            <a:picLocks noChangeAspect="1"/>
          </p:cNvPicPr>
          <p:nvPr/>
        </p:nvPicPr>
        <p:blipFill>
          <a:blip r:embed="rId2"/>
          <a:srcRect l="9637" t="30830" r="8439" b="13105"/>
          <a:stretch>
            <a:fillRect/>
          </a:stretch>
        </p:blipFill>
        <p:spPr>
          <a:xfrm>
            <a:off x="21162081" y="930522"/>
            <a:ext cx="2074981" cy="14200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6" h="21600" extrusionOk="0">
                <a:moveTo>
                  <a:pt x="5787" y="0"/>
                </a:moveTo>
                <a:lnTo>
                  <a:pt x="5774" y="537"/>
                </a:lnTo>
                <a:lnTo>
                  <a:pt x="5762" y="1075"/>
                </a:lnTo>
                <a:lnTo>
                  <a:pt x="5206" y="1093"/>
                </a:lnTo>
                <a:lnTo>
                  <a:pt x="4649" y="1111"/>
                </a:lnTo>
                <a:lnTo>
                  <a:pt x="4641" y="4111"/>
                </a:lnTo>
                <a:lnTo>
                  <a:pt x="4629" y="7111"/>
                </a:lnTo>
                <a:lnTo>
                  <a:pt x="4039" y="7142"/>
                </a:lnTo>
                <a:cubicBezTo>
                  <a:pt x="3382" y="7176"/>
                  <a:pt x="3401" y="7166"/>
                  <a:pt x="2716" y="7842"/>
                </a:cubicBezTo>
                <a:cubicBezTo>
                  <a:pt x="2543" y="8013"/>
                  <a:pt x="2315" y="8221"/>
                  <a:pt x="2210" y="8307"/>
                </a:cubicBezTo>
                <a:cubicBezTo>
                  <a:pt x="1862" y="8590"/>
                  <a:pt x="1127" y="9308"/>
                  <a:pt x="990" y="9496"/>
                </a:cubicBezTo>
                <a:cubicBezTo>
                  <a:pt x="914" y="9600"/>
                  <a:pt x="911" y="9803"/>
                  <a:pt x="911" y="15068"/>
                </a:cubicBezTo>
                <a:lnTo>
                  <a:pt x="911" y="20531"/>
                </a:lnTo>
                <a:lnTo>
                  <a:pt x="796" y="20658"/>
                </a:lnTo>
                <a:cubicBezTo>
                  <a:pt x="614" y="20853"/>
                  <a:pt x="547" y="20867"/>
                  <a:pt x="466" y="20737"/>
                </a:cubicBezTo>
                <a:cubicBezTo>
                  <a:pt x="366" y="20574"/>
                  <a:pt x="261" y="20587"/>
                  <a:pt x="178" y="20773"/>
                </a:cubicBezTo>
                <a:cubicBezTo>
                  <a:pt x="140" y="20859"/>
                  <a:pt x="91" y="20912"/>
                  <a:pt x="71" y="20894"/>
                </a:cubicBezTo>
                <a:cubicBezTo>
                  <a:pt x="50" y="20875"/>
                  <a:pt x="22" y="20887"/>
                  <a:pt x="9" y="20918"/>
                </a:cubicBezTo>
                <a:cubicBezTo>
                  <a:pt x="-52" y="21062"/>
                  <a:pt x="41" y="21068"/>
                  <a:pt x="4962" y="21081"/>
                </a:cubicBezTo>
                <a:cubicBezTo>
                  <a:pt x="7065" y="21086"/>
                  <a:pt x="9089" y="21092"/>
                  <a:pt x="9459" y="21093"/>
                </a:cubicBezTo>
                <a:cubicBezTo>
                  <a:pt x="9828" y="21094"/>
                  <a:pt x="11493" y="21091"/>
                  <a:pt x="13159" y="21087"/>
                </a:cubicBezTo>
                <a:cubicBezTo>
                  <a:pt x="15611" y="21082"/>
                  <a:pt x="16204" y="21094"/>
                  <a:pt x="16258" y="21159"/>
                </a:cubicBezTo>
                <a:cubicBezTo>
                  <a:pt x="16310" y="21222"/>
                  <a:pt x="16345" y="21226"/>
                  <a:pt x="16415" y="21171"/>
                </a:cubicBezTo>
                <a:cubicBezTo>
                  <a:pt x="16464" y="21133"/>
                  <a:pt x="16531" y="21117"/>
                  <a:pt x="16563" y="21135"/>
                </a:cubicBezTo>
                <a:cubicBezTo>
                  <a:pt x="16595" y="21153"/>
                  <a:pt x="16632" y="21138"/>
                  <a:pt x="16646" y="21105"/>
                </a:cubicBezTo>
                <a:cubicBezTo>
                  <a:pt x="16660" y="21072"/>
                  <a:pt x="16690" y="21064"/>
                  <a:pt x="16716" y="21087"/>
                </a:cubicBezTo>
                <a:cubicBezTo>
                  <a:pt x="16741" y="21110"/>
                  <a:pt x="17093" y="21125"/>
                  <a:pt x="17495" y="21117"/>
                </a:cubicBezTo>
                <a:cubicBezTo>
                  <a:pt x="18290" y="21101"/>
                  <a:pt x="18348" y="21119"/>
                  <a:pt x="18348" y="21425"/>
                </a:cubicBezTo>
                <a:lnTo>
                  <a:pt x="18348" y="21600"/>
                </a:lnTo>
                <a:lnTo>
                  <a:pt x="19848" y="21600"/>
                </a:lnTo>
                <a:cubicBezTo>
                  <a:pt x="20674" y="21600"/>
                  <a:pt x="21391" y="21584"/>
                  <a:pt x="21443" y="21564"/>
                </a:cubicBezTo>
                <a:cubicBezTo>
                  <a:pt x="21507" y="21538"/>
                  <a:pt x="21543" y="21434"/>
                  <a:pt x="21546" y="21328"/>
                </a:cubicBezTo>
                <a:cubicBezTo>
                  <a:pt x="21548" y="21223"/>
                  <a:pt x="21518" y="21117"/>
                  <a:pt x="21455" y="21093"/>
                </a:cubicBezTo>
                <a:cubicBezTo>
                  <a:pt x="21373" y="21061"/>
                  <a:pt x="21371" y="20997"/>
                  <a:pt x="21360" y="17543"/>
                </a:cubicBezTo>
                <a:lnTo>
                  <a:pt x="21348" y="14024"/>
                </a:lnTo>
                <a:lnTo>
                  <a:pt x="21072" y="14006"/>
                </a:lnTo>
                <a:cubicBezTo>
                  <a:pt x="20918" y="13995"/>
                  <a:pt x="20773" y="13972"/>
                  <a:pt x="20750" y="13951"/>
                </a:cubicBezTo>
                <a:cubicBezTo>
                  <a:pt x="20693" y="13900"/>
                  <a:pt x="20738" y="13598"/>
                  <a:pt x="20808" y="13559"/>
                </a:cubicBezTo>
                <a:cubicBezTo>
                  <a:pt x="20840" y="13541"/>
                  <a:pt x="20866" y="13487"/>
                  <a:pt x="20866" y="13438"/>
                </a:cubicBezTo>
                <a:cubicBezTo>
                  <a:pt x="20866" y="13389"/>
                  <a:pt x="20849" y="13365"/>
                  <a:pt x="20829" y="13384"/>
                </a:cubicBezTo>
                <a:cubicBezTo>
                  <a:pt x="20774" y="13433"/>
                  <a:pt x="20714" y="13286"/>
                  <a:pt x="20717" y="13112"/>
                </a:cubicBezTo>
                <a:cubicBezTo>
                  <a:pt x="20719" y="12990"/>
                  <a:pt x="20751" y="12947"/>
                  <a:pt x="20878" y="12895"/>
                </a:cubicBezTo>
                <a:cubicBezTo>
                  <a:pt x="20980" y="12853"/>
                  <a:pt x="21023" y="12807"/>
                  <a:pt x="20997" y="12768"/>
                </a:cubicBezTo>
                <a:cubicBezTo>
                  <a:pt x="20975" y="12735"/>
                  <a:pt x="20951" y="12630"/>
                  <a:pt x="20944" y="12533"/>
                </a:cubicBezTo>
                <a:cubicBezTo>
                  <a:pt x="20934" y="12402"/>
                  <a:pt x="20952" y="12344"/>
                  <a:pt x="21014" y="12309"/>
                </a:cubicBezTo>
                <a:cubicBezTo>
                  <a:pt x="21191" y="12211"/>
                  <a:pt x="21322" y="12398"/>
                  <a:pt x="21290" y="12696"/>
                </a:cubicBezTo>
                <a:cubicBezTo>
                  <a:pt x="21287" y="12721"/>
                  <a:pt x="21304" y="12738"/>
                  <a:pt x="21327" y="12738"/>
                </a:cubicBezTo>
                <a:cubicBezTo>
                  <a:pt x="21353" y="12738"/>
                  <a:pt x="21372" y="12467"/>
                  <a:pt x="21372" y="12038"/>
                </a:cubicBezTo>
                <a:lnTo>
                  <a:pt x="21372" y="11331"/>
                </a:lnTo>
                <a:lnTo>
                  <a:pt x="21088" y="11313"/>
                </a:lnTo>
                <a:lnTo>
                  <a:pt x="20804" y="11295"/>
                </a:lnTo>
                <a:lnTo>
                  <a:pt x="20791" y="10818"/>
                </a:lnTo>
                <a:cubicBezTo>
                  <a:pt x="20780" y="10383"/>
                  <a:pt x="20770" y="10347"/>
                  <a:pt x="20684" y="10329"/>
                </a:cubicBezTo>
                <a:lnTo>
                  <a:pt x="20594" y="10311"/>
                </a:lnTo>
                <a:lnTo>
                  <a:pt x="20581" y="7926"/>
                </a:lnTo>
                <a:lnTo>
                  <a:pt x="20573" y="5542"/>
                </a:lnTo>
                <a:lnTo>
                  <a:pt x="20359" y="5542"/>
                </a:lnTo>
                <a:cubicBezTo>
                  <a:pt x="19991" y="5542"/>
                  <a:pt x="19984" y="5520"/>
                  <a:pt x="19984" y="4673"/>
                </a:cubicBezTo>
                <a:lnTo>
                  <a:pt x="19984" y="3936"/>
                </a:lnTo>
                <a:lnTo>
                  <a:pt x="19164" y="3936"/>
                </a:lnTo>
                <a:cubicBezTo>
                  <a:pt x="18713" y="3935"/>
                  <a:pt x="17987" y="3936"/>
                  <a:pt x="17548" y="3936"/>
                </a:cubicBezTo>
                <a:cubicBezTo>
                  <a:pt x="16175" y="3936"/>
                  <a:pt x="16294" y="3923"/>
                  <a:pt x="16279" y="4075"/>
                </a:cubicBezTo>
                <a:cubicBezTo>
                  <a:pt x="16266" y="4208"/>
                  <a:pt x="16258" y="4206"/>
                  <a:pt x="15521" y="4190"/>
                </a:cubicBezTo>
                <a:cubicBezTo>
                  <a:pt x="15111" y="4181"/>
                  <a:pt x="14739" y="4192"/>
                  <a:pt x="14692" y="4214"/>
                </a:cubicBezTo>
                <a:cubicBezTo>
                  <a:pt x="14632" y="4242"/>
                  <a:pt x="14606" y="4310"/>
                  <a:pt x="14606" y="4437"/>
                </a:cubicBezTo>
                <a:cubicBezTo>
                  <a:pt x="14606" y="4601"/>
                  <a:pt x="14621" y="4618"/>
                  <a:pt x="14750" y="4618"/>
                </a:cubicBezTo>
                <a:cubicBezTo>
                  <a:pt x="14938" y="4618"/>
                  <a:pt x="14992" y="4727"/>
                  <a:pt x="14977" y="5083"/>
                </a:cubicBezTo>
                <a:cubicBezTo>
                  <a:pt x="14965" y="5339"/>
                  <a:pt x="14948" y="5387"/>
                  <a:pt x="14857" y="5421"/>
                </a:cubicBezTo>
                <a:cubicBezTo>
                  <a:pt x="14723" y="5471"/>
                  <a:pt x="14606" y="5381"/>
                  <a:pt x="14606" y="5234"/>
                </a:cubicBezTo>
                <a:cubicBezTo>
                  <a:pt x="14606" y="5116"/>
                  <a:pt x="14529" y="5047"/>
                  <a:pt x="14400" y="5047"/>
                </a:cubicBezTo>
                <a:cubicBezTo>
                  <a:pt x="14221" y="5047"/>
                  <a:pt x="14155" y="4720"/>
                  <a:pt x="14148" y="3803"/>
                </a:cubicBezTo>
                <a:lnTo>
                  <a:pt x="14144" y="3447"/>
                </a:lnTo>
                <a:lnTo>
                  <a:pt x="12038" y="3447"/>
                </a:lnTo>
                <a:lnTo>
                  <a:pt x="9937" y="3447"/>
                </a:lnTo>
                <a:lnTo>
                  <a:pt x="9858" y="3586"/>
                </a:lnTo>
                <a:cubicBezTo>
                  <a:pt x="9786" y="3716"/>
                  <a:pt x="9777" y="3719"/>
                  <a:pt x="9710" y="3622"/>
                </a:cubicBezTo>
                <a:cubicBezTo>
                  <a:pt x="9648" y="3534"/>
                  <a:pt x="9633" y="3340"/>
                  <a:pt x="9615" y="2312"/>
                </a:cubicBezTo>
                <a:lnTo>
                  <a:pt x="9595" y="1111"/>
                </a:lnTo>
                <a:lnTo>
                  <a:pt x="9170" y="1093"/>
                </a:lnTo>
                <a:lnTo>
                  <a:pt x="8746" y="1075"/>
                </a:lnTo>
                <a:lnTo>
                  <a:pt x="8733" y="537"/>
                </a:lnTo>
                <a:lnTo>
                  <a:pt x="8721" y="0"/>
                </a:lnTo>
                <a:lnTo>
                  <a:pt x="7254" y="0"/>
                </a:lnTo>
                <a:lnTo>
                  <a:pt x="5787" y="0"/>
                </a:lnTo>
                <a:close/>
                <a:moveTo>
                  <a:pt x="18430" y="1733"/>
                </a:moveTo>
                <a:cubicBezTo>
                  <a:pt x="18303" y="1721"/>
                  <a:pt x="17796" y="1733"/>
                  <a:pt x="17305" y="1757"/>
                </a:cubicBezTo>
                <a:lnTo>
                  <a:pt x="16415" y="1799"/>
                </a:lnTo>
                <a:lnTo>
                  <a:pt x="16415" y="2439"/>
                </a:lnTo>
                <a:lnTo>
                  <a:pt x="16415" y="3079"/>
                </a:lnTo>
                <a:lnTo>
                  <a:pt x="16592" y="3079"/>
                </a:lnTo>
                <a:cubicBezTo>
                  <a:pt x="16690" y="3081"/>
                  <a:pt x="17103" y="3083"/>
                  <a:pt x="17511" y="3079"/>
                </a:cubicBezTo>
                <a:cubicBezTo>
                  <a:pt x="17983" y="3074"/>
                  <a:pt x="18265" y="3093"/>
                  <a:pt x="18282" y="3133"/>
                </a:cubicBezTo>
                <a:cubicBezTo>
                  <a:pt x="18299" y="3174"/>
                  <a:pt x="18335" y="3175"/>
                  <a:pt x="18381" y="3139"/>
                </a:cubicBezTo>
                <a:cubicBezTo>
                  <a:pt x="18420" y="3108"/>
                  <a:pt x="18500" y="3072"/>
                  <a:pt x="18558" y="3055"/>
                </a:cubicBezTo>
                <a:cubicBezTo>
                  <a:pt x="18662" y="3023"/>
                  <a:pt x="18661" y="3011"/>
                  <a:pt x="18661" y="2385"/>
                </a:cubicBezTo>
                <a:lnTo>
                  <a:pt x="18661" y="1757"/>
                </a:lnTo>
                <a:lnTo>
                  <a:pt x="18430" y="1733"/>
                </a:lnTo>
                <a:close/>
                <a:moveTo>
                  <a:pt x="15846" y="4648"/>
                </a:moveTo>
                <a:lnTo>
                  <a:pt x="16098" y="4648"/>
                </a:lnTo>
                <a:lnTo>
                  <a:pt x="16110" y="4956"/>
                </a:lnTo>
                <a:cubicBezTo>
                  <a:pt x="16118" y="5145"/>
                  <a:pt x="16147" y="5282"/>
                  <a:pt x="16184" y="5312"/>
                </a:cubicBezTo>
                <a:cubicBezTo>
                  <a:pt x="16218" y="5340"/>
                  <a:pt x="16235" y="5389"/>
                  <a:pt x="16221" y="5421"/>
                </a:cubicBezTo>
                <a:cubicBezTo>
                  <a:pt x="16208" y="5453"/>
                  <a:pt x="16049" y="5475"/>
                  <a:pt x="15867" y="5475"/>
                </a:cubicBezTo>
                <a:cubicBezTo>
                  <a:pt x="15581" y="5475"/>
                  <a:pt x="15529" y="5463"/>
                  <a:pt x="15492" y="5361"/>
                </a:cubicBezTo>
                <a:cubicBezTo>
                  <a:pt x="15431" y="5194"/>
                  <a:pt x="15435" y="5002"/>
                  <a:pt x="15504" y="4944"/>
                </a:cubicBezTo>
                <a:cubicBezTo>
                  <a:pt x="15536" y="4917"/>
                  <a:pt x="15570" y="4837"/>
                  <a:pt x="15578" y="4769"/>
                </a:cubicBezTo>
                <a:cubicBezTo>
                  <a:pt x="15592" y="4662"/>
                  <a:pt x="15628" y="4648"/>
                  <a:pt x="15846" y="4648"/>
                </a:cubicBezTo>
                <a:close/>
              </a:path>
            </a:pathLst>
          </a:custGeom>
          <a:ln w="25400">
            <a:solidFill>
              <a:srgbClr val="F3F7F5"/>
            </a:solidFill>
            <a:miter lim="400000"/>
          </a:ln>
          <a:effectLst>
            <a:outerShdw blurRad="50800" dist="25400" dir="3600000" rotWithShape="0">
              <a:srgbClr val="000000">
                <a:alpha val="70000"/>
              </a:srgbClr>
            </a:outerShdw>
          </a:effectLst>
        </p:spPr>
      </p:pic>
      <p:sp>
        <p:nvSpPr>
          <p:cNvPr id="423" name="社会总体需求"/>
          <p:cNvSpPr txBox="1"/>
          <p:nvPr/>
        </p:nvSpPr>
        <p:spPr>
          <a:xfrm>
            <a:off x="17403825" y="1412476"/>
            <a:ext cx="3714751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500" spc="225">
                <a:solidFill>
                  <a:srgbClr val="005493"/>
                </a:solidFill>
              </a:defRPr>
            </a:lvl1pPr>
          </a:lstStyle>
          <a:p>
            <a:r>
              <a:t>社会总体需求</a:t>
            </a:r>
          </a:p>
        </p:txBody>
      </p:sp>
      <p:pic>
        <p:nvPicPr>
          <p:cNvPr id="424" name="图像" descr="图像"/>
          <p:cNvPicPr>
            <a:picLocks noChangeAspect="1"/>
          </p:cNvPicPr>
          <p:nvPr/>
        </p:nvPicPr>
        <p:blipFill>
          <a:blip r:embed="rId3"/>
          <a:srcRect l="1842" t="8285" r="3547" b="8123"/>
          <a:stretch>
            <a:fillRect/>
          </a:stretch>
        </p:blipFill>
        <p:spPr>
          <a:xfrm>
            <a:off x="9807298" y="2853522"/>
            <a:ext cx="1521888" cy="13446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30" h="21566" extrusionOk="0">
                <a:moveTo>
                  <a:pt x="10658" y="11"/>
                </a:moveTo>
                <a:cubicBezTo>
                  <a:pt x="6288" y="35"/>
                  <a:pt x="5975" y="46"/>
                  <a:pt x="5824" y="202"/>
                </a:cubicBezTo>
                <a:cubicBezTo>
                  <a:pt x="5736" y="294"/>
                  <a:pt x="5587" y="379"/>
                  <a:pt x="5490" y="387"/>
                </a:cubicBezTo>
                <a:cubicBezTo>
                  <a:pt x="5355" y="399"/>
                  <a:pt x="5324" y="445"/>
                  <a:pt x="5357" y="597"/>
                </a:cubicBezTo>
                <a:cubicBezTo>
                  <a:pt x="5380" y="705"/>
                  <a:pt x="5366" y="930"/>
                  <a:pt x="5323" y="1100"/>
                </a:cubicBezTo>
                <a:cubicBezTo>
                  <a:pt x="5277" y="1284"/>
                  <a:pt x="5243" y="4101"/>
                  <a:pt x="5240" y="8044"/>
                </a:cubicBezTo>
                <a:cubicBezTo>
                  <a:pt x="5237" y="12079"/>
                  <a:pt x="5203" y="14708"/>
                  <a:pt x="5157" y="14741"/>
                </a:cubicBezTo>
                <a:cubicBezTo>
                  <a:pt x="5056" y="14812"/>
                  <a:pt x="3393" y="14448"/>
                  <a:pt x="3265" y="14327"/>
                </a:cubicBezTo>
                <a:cubicBezTo>
                  <a:pt x="3211" y="14275"/>
                  <a:pt x="3146" y="14253"/>
                  <a:pt x="3121" y="14282"/>
                </a:cubicBezTo>
                <a:cubicBezTo>
                  <a:pt x="3095" y="14311"/>
                  <a:pt x="2781" y="14270"/>
                  <a:pt x="2425" y="14187"/>
                </a:cubicBezTo>
                <a:cubicBezTo>
                  <a:pt x="1820" y="14045"/>
                  <a:pt x="1039" y="14012"/>
                  <a:pt x="1057" y="14129"/>
                </a:cubicBezTo>
                <a:cubicBezTo>
                  <a:pt x="1061" y="14158"/>
                  <a:pt x="1042" y="14257"/>
                  <a:pt x="1013" y="14346"/>
                </a:cubicBezTo>
                <a:cubicBezTo>
                  <a:pt x="983" y="14435"/>
                  <a:pt x="940" y="14572"/>
                  <a:pt x="918" y="14651"/>
                </a:cubicBezTo>
                <a:cubicBezTo>
                  <a:pt x="896" y="14731"/>
                  <a:pt x="840" y="14772"/>
                  <a:pt x="796" y="14741"/>
                </a:cubicBezTo>
                <a:cubicBezTo>
                  <a:pt x="693" y="14668"/>
                  <a:pt x="689" y="14807"/>
                  <a:pt x="790" y="14925"/>
                </a:cubicBezTo>
                <a:cubicBezTo>
                  <a:pt x="837" y="14980"/>
                  <a:pt x="828" y="15246"/>
                  <a:pt x="762" y="15619"/>
                </a:cubicBezTo>
                <a:cubicBezTo>
                  <a:pt x="704" y="15949"/>
                  <a:pt x="556" y="16797"/>
                  <a:pt x="434" y="17509"/>
                </a:cubicBezTo>
                <a:cubicBezTo>
                  <a:pt x="312" y="18221"/>
                  <a:pt x="150" y="18892"/>
                  <a:pt x="78" y="18992"/>
                </a:cubicBezTo>
                <a:cubicBezTo>
                  <a:pt x="27" y="19065"/>
                  <a:pt x="1" y="19102"/>
                  <a:pt x="0" y="19113"/>
                </a:cubicBezTo>
                <a:cubicBezTo>
                  <a:pt x="-1" y="19125"/>
                  <a:pt x="24" y="19111"/>
                  <a:pt x="73" y="19069"/>
                </a:cubicBezTo>
                <a:cubicBezTo>
                  <a:pt x="170" y="18983"/>
                  <a:pt x="229" y="18999"/>
                  <a:pt x="367" y="19164"/>
                </a:cubicBezTo>
                <a:cubicBezTo>
                  <a:pt x="480" y="19298"/>
                  <a:pt x="719" y="19413"/>
                  <a:pt x="1046" y="19483"/>
                </a:cubicBezTo>
                <a:cubicBezTo>
                  <a:pt x="1324" y="19542"/>
                  <a:pt x="1580" y="19621"/>
                  <a:pt x="1613" y="19661"/>
                </a:cubicBezTo>
                <a:cubicBezTo>
                  <a:pt x="1696" y="19759"/>
                  <a:pt x="1734" y="21276"/>
                  <a:pt x="1658" y="21418"/>
                </a:cubicBezTo>
                <a:cubicBezTo>
                  <a:pt x="1610" y="21506"/>
                  <a:pt x="2969" y="21539"/>
                  <a:pt x="7966" y="21558"/>
                </a:cubicBezTo>
                <a:cubicBezTo>
                  <a:pt x="15598" y="21586"/>
                  <a:pt x="21599" y="21536"/>
                  <a:pt x="21321" y="21449"/>
                </a:cubicBezTo>
                <a:cubicBezTo>
                  <a:pt x="21101" y="21381"/>
                  <a:pt x="20929" y="20938"/>
                  <a:pt x="20893" y="20342"/>
                </a:cubicBezTo>
                <a:cubicBezTo>
                  <a:pt x="20882" y="20159"/>
                  <a:pt x="20847" y="19961"/>
                  <a:pt x="20815" y="19903"/>
                </a:cubicBezTo>
                <a:cubicBezTo>
                  <a:pt x="20762" y="19807"/>
                  <a:pt x="20551" y="18767"/>
                  <a:pt x="20470" y="18203"/>
                </a:cubicBezTo>
                <a:cubicBezTo>
                  <a:pt x="20452" y="18076"/>
                  <a:pt x="20401" y="17791"/>
                  <a:pt x="20353" y="17567"/>
                </a:cubicBezTo>
                <a:cubicBezTo>
                  <a:pt x="20262" y="17135"/>
                  <a:pt x="20295" y="16859"/>
                  <a:pt x="20431" y="16956"/>
                </a:cubicBezTo>
                <a:cubicBezTo>
                  <a:pt x="20476" y="16987"/>
                  <a:pt x="20514" y="16932"/>
                  <a:pt x="20514" y="16828"/>
                </a:cubicBezTo>
                <a:cubicBezTo>
                  <a:pt x="20514" y="16665"/>
                  <a:pt x="20489" y="16648"/>
                  <a:pt x="20309" y="16726"/>
                </a:cubicBezTo>
                <a:cubicBezTo>
                  <a:pt x="20195" y="16776"/>
                  <a:pt x="19621" y="16816"/>
                  <a:pt x="19035" y="16816"/>
                </a:cubicBezTo>
                <a:lnTo>
                  <a:pt x="17967" y="16816"/>
                </a:lnTo>
                <a:lnTo>
                  <a:pt x="17756" y="16516"/>
                </a:lnTo>
                <a:cubicBezTo>
                  <a:pt x="17594" y="16284"/>
                  <a:pt x="17536" y="16064"/>
                  <a:pt x="17494" y="15568"/>
                </a:cubicBezTo>
                <a:cubicBezTo>
                  <a:pt x="17391" y="14359"/>
                  <a:pt x="17426" y="14428"/>
                  <a:pt x="16810" y="14397"/>
                </a:cubicBezTo>
                <a:lnTo>
                  <a:pt x="16270" y="14371"/>
                </a:lnTo>
                <a:lnTo>
                  <a:pt x="16231" y="7662"/>
                </a:lnTo>
                <a:cubicBezTo>
                  <a:pt x="16186" y="183"/>
                  <a:pt x="16218" y="588"/>
                  <a:pt x="15620" y="183"/>
                </a:cubicBezTo>
                <a:cubicBezTo>
                  <a:pt x="15327" y="-14"/>
                  <a:pt x="15307" y="-14"/>
                  <a:pt x="10658" y="11"/>
                </a:cubicBezTo>
                <a:close/>
              </a:path>
            </a:pathLst>
          </a:custGeom>
          <a:ln w="25400">
            <a:solidFill>
              <a:srgbClr val="F3F7F5"/>
            </a:solidFill>
            <a:miter lim="400000"/>
          </a:ln>
          <a:effectLst>
            <a:outerShdw blurRad="50800" dist="25400" dir="3600000" rotWithShape="0">
              <a:srgbClr val="000000">
                <a:alpha val="70000"/>
              </a:srgbClr>
            </a:outerShdw>
          </a:effectLst>
        </p:spPr>
      </p:pic>
      <p:sp>
        <p:nvSpPr>
          <p:cNvPr id="425" name="绿色环保理念深入人心"/>
          <p:cNvSpPr txBox="1"/>
          <p:nvPr/>
        </p:nvSpPr>
        <p:spPr>
          <a:xfrm>
            <a:off x="10070547" y="7689592"/>
            <a:ext cx="4914901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 defTabSz="914400">
              <a:lnSpc>
                <a:spcPct val="120000"/>
              </a:lnSpc>
              <a:defRPr sz="3600" spc="180">
                <a:solidFill>
                  <a:schemeClr val="accent5">
                    <a:satOff val="-41871"/>
                    <a:lumOff val="-13058"/>
                  </a:schemeClr>
                </a:solidFill>
              </a:defRPr>
            </a:lvl1pPr>
          </a:lstStyle>
          <a:p>
            <a:r>
              <a:t>绿色环保理念深入人心</a:t>
            </a:r>
          </a:p>
        </p:txBody>
      </p:sp>
      <p:pic>
        <p:nvPicPr>
          <p:cNvPr id="426" name="图像" descr="图像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233118" y="4476640"/>
            <a:ext cx="6589759" cy="2947175"/>
          </a:xfrm>
          <a:prstGeom prst="rect">
            <a:avLst/>
          </a:prstGeom>
          <a:effectLst>
            <a:outerShdw blurRad="50800" dist="25400" dir="3600000" rotWithShape="0">
              <a:srgbClr val="000000">
                <a:alpha val="70000"/>
              </a:srgbClr>
            </a:outerShdw>
          </a:effectLst>
        </p:spPr>
      </p:pic>
      <p:sp>
        <p:nvSpPr>
          <p:cNvPr id="427" name="市场消费风向"/>
          <p:cNvSpPr txBox="1"/>
          <p:nvPr/>
        </p:nvSpPr>
        <p:spPr>
          <a:xfrm>
            <a:off x="11117922" y="3055942"/>
            <a:ext cx="3714751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500" spc="225">
                <a:solidFill>
                  <a:schemeClr val="accent5">
                    <a:satOff val="-41871"/>
                    <a:lumOff val="-13058"/>
                  </a:schemeClr>
                </a:solidFill>
              </a:defRPr>
            </a:lvl1pPr>
          </a:lstStyle>
          <a:p>
            <a:r>
              <a:t>市场消费风向</a:t>
            </a:r>
          </a:p>
        </p:txBody>
      </p:sp>
      <p:sp>
        <p:nvSpPr>
          <p:cNvPr id="428" name="化学合成染料常含有偶氮键，被活化后易诱发DNA突变致癌…"/>
          <p:cNvSpPr txBox="1"/>
          <p:nvPr/>
        </p:nvSpPr>
        <p:spPr>
          <a:xfrm>
            <a:off x="9536974" y="8603070"/>
            <a:ext cx="6161043" cy="330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marL="300789" indent="-300789" algn="l" defTabSz="914400">
              <a:lnSpc>
                <a:spcPct val="120000"/>
              </a:lnSpc>
              <a:buSzPct val="100000"/>
              <a:buChar char="•"/>
              <a:defRPr sz="3000" spc="150"/>
            </a:pPr>
            <a:r>
              <a:t>化学合成染料常含有偶氮键，被活化后易诱发DNA突变致癌</a:t>
            </a:r>
          </a:p>
          <a:p>
            <a:pPr marL="300789" indent="-300789" algn="l" defTabSz="914400">
              <a:lnSpc>
                <a:spcPct val="120000"/>
              </a:lnSpc>
              <a:buSzPct val="100000"/>
              <a:buChar char="•"/>
              <a:defRPr sz="3000" spc="150"/>
            </a:pPr>
            <a:r>
              <a:t>糖尿病、肥胖症、抑郁症、注意力缺陷多动障碍 …</a:t>
            </a:r>
          </a:p>
          <a:p>
            <a:pPr marL="300789" indent="-300789" algn="l" defTabSz="914400">
              <a:lnSpc>
                <a:spcPct val="120000"/>
              </a:lnSpc>
              <a:buSzPct val="100000"/>
              <a:buChar char="•"/>
              <a:defRPr sz="3000" spc="150"/>
            </a:pPr>
            <a:r>
              <a:t>生物基染料不含高活性致癌骨架，可生物降解</a:t>
            </a:r>
          </a:p>
        </p:txBody>
      </p:sp>
      <p:pic>
        <p:nvPicPr>
          <p:cNvPr id="434" name="图像" descr="图像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6978046" y="2962044"/>
            <a:ext cx="6748875" cy="5689399"/>
          </a:xfrm>
          <a:prstGeom prst="rect">
            <a:avLst/>
          </a:prstGeom>
          <a:effectLst>
            <a:outerShdw blurRad="50800" dist="25400" dir="3600000" rotWithShape="0">
              <a:srgbClr val="000000">
                <a:alpha val="70000"/>
              </a:srgbClr>
            </a:outerShdw>
          </a:effectLst>
        </p:spPr>
      </p:pic>
      <p:sp>
        <p:nvSpPr>
          <p:cNvPr id="435" name="“低污染、可持续、高价值”"/>
          <p:cNvSpPr txBox="1"/>
          <p:nvPr/>
        </p:nvSpPr>
        <p:spPr>
          <a:xfrm>
            <a:off x="17447434" y="8849155"/>
            <a:ext cx="5810098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 defTabSz="914400">
              <a:lnSpc>
                <a:spcPct val="120000"/>
              </a:lnSpc>
              <a:defRPr sz="3600" spc="180">
                <a:solidFill>
                  <a:srgbClr val="005493"/>
                </a:solidFill>
              </a:defRPr>
            </a:lvl1pPr>
          </a:lstStyle>
          <a:p>
            <a:r>
              <a:t>“低污染、可持续、高价值”</a:t>
            </a:r>
          </a:p>
        </p:txBody>
      </p:sp>
      <p:sp>
        <p:nvSpPr>
          <p:cNvPr id="436" name="新生代对色彩的消费和审美不断攀升，强调差异化、健康环保…"/>
          <p:cNvSpPr txBox="1"/>
          <p:nvPr/>
        </p:nvSpPr>
        <p:spPr>
          <a:xfrm>
            <a:off x="17179105" y="9700350"/>
            <a:ext cx="6346756" cy="2204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/>
          <a:p>
            <a:pPr marL="300789" indent="-300789" algn="l" defTabSz="914400">
              <a:lnSpc>
                <a:spcPct val="120000"/>
              </a:lnSpc>
              <a:buSzPct val="100000"/>
              <a:buChar char="•"/>
              <a:defRPr sz="3000" spc="150"/>
            </a:pPr>
            <a:r>
              <a:t>新生代对色彩的消费和审美不断攀升，强调差异化、健康环保</a:t>
            </a:r>
          </a:p>
          <a:p>
            <a:pPr marL="300789" indent="-300789" algn="l" defTabSz="914400">
              <a:lnSpc>
                <a:spcPct val="120000"/>
              </a:lnSpc>
              <a:buSzPct val="100000"/>
              <a:buChar char="•"/>
              <a:defRPr sz="3000" spc="150"/>
            </a:pPr>
            <a:r>
              <a:t>微生物染料、聚酮类化合物年复合增速突出</a:t>
            </a:r>
          </a:p>
        </p:txBody>
      </p:sp>
      <p:pic>
        <p:nvPicPr>
          <p:cNvPr id="2" name="图像" descr="图像"/>
          <p:cNvPicPr>
            <a:picLocks noChangeAspect="1"/>
          </p:cNvPicPr>
          <p:nvPr/>
        </p:nvPicPr>
        <p:blipFill>
          <a:blip r:embed="rId6"/>
          <a:srcRect l="19888" t="15823" r="16010" b="9314"/>
          <a:stretch>
            <a:fillRect/>
          </a:stretch>
        </p:blipFill>
        <p:spPr>
          <a:xfrm rot="838957">
            <a:off x="6024102" y="2670738"/>
            <a:ext cx="1248348" cy="14725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590" extrusionOk="0">
                <a:moveTo>
                  <a:pt x="16326" y="0"/>
                </a:moveTo>
                <a:lnTo>
                  <a:pt x="15996" y="12"/>
                </a:lnTo>
                <a:cubicBezTo>
                  <a:pt x="15815" y="19"/>
                  <a:pt x="15016" y="41"/>
                  <a:pt x="14225" y="58"/>
                </a:cubicBezTo>
                <a:cubicBezTo>
                  <a:pt x="13434" y="76"/>
                  <a:pt x="12440" y="100"/>
                  <a:pt x="12021" y="116"/>
                </a:cubicBezTo>
                <a:cubicBezTo>
                  <a:pt x="11602" y="133"/>
                  <a:pt x="10667" y="159"/>
                  <a:pt x="9941" y="175"/>
                </a:cubicBezTo>
                <a:cubicBezTo>
                  <a:pt x="8492" y="206"/>
                  <a:pt x="6830" y="257"/>
                  <a:pt x="6344" y="279"/>
                </a:cubicBezTo>
                <a:cubicBezTo>
                  <a:pt x="6172" y="287"/>
                  <a:pt x="5331" y="305"/>
                  <a:pt x="4469" y="320"/>
                </a:cubicBezTo>
                <a:cubicBezTo>
                  <a:pt x="3607" y="335"/>
                  <a:pt x="2794" y="352"/>
                  <a:pt x="2664" y="361"/>
                </a:cubicBezTo>
                <a:cubicBezTo>
                  <a:pt x="2533" y="369"/>
                  <a:pt x="2018" y="392"/>
                  <a:pt x="1524" y="407"/>
                </a:cubicBezTo>
                <a:cubicBezTo>
                  <a:pt x="1031" y="423"/>
                  <a:pt x="489" y="444"/>
                  <a:pt x="316" y="454"/>
                </a:cubicBezTo>
                <a:lnTo>
                  <a:pt x="0" y="471"/>
                </a:lnTo>
                <a:lnTo>
                  <a:pt x="14" y="832"/>
                </a:lnTo>
                <a:cubicBezTo>
                  <a:pt x="21" y="1031"/>
                  <a:pt x="46" y="1726"/>
                  <a:pt x="69" y="2374"/>
                </a:cubicBezTo>
                <a:cubicBezTo>
                  <a:pt x="109" y="3540"/>
                  <a:pt x="145" y="4510"/>
                  <a:pt x="206" y="5790"/>
                </a:cubicBezTo>
                <a:cubicBezTo>
                  <a:pt x="223" y="6153"/>
                  <a:pt x="249" y="6841"/>
                  <a:pt x="261" y="7315"/>
                </a:cubicBezTo>
                <a:cubicBezTo>
                  <a:pt x="272" y="7788"/>
                  <a:pt x="293" y="8466"/>
                  <a:pt x="309" y="8822"/>
                </a:cubicBezTo>
                <a:cubicBezTo>
                  <a:pt x="325" y="9177"/>
                  <a:pt x="352" y="9912"/>
                  <a:pt x="371" y="10457"/>
                </a:cubicBezTo>
                <a:cubicBezTo>
                  <a:pt x="390" y="11002"/>
                  <a:pt x="427" y="11909"/>
                  <a:pt x="446" y="12470"/>
                </a:cubicBezTo>
                <a:cubicBezTo>
                  <a:pt x="466" y="13031"/>
                  <a:pt x="496" y="13735"/>
                  <a:pt x="515" y="14036"/>
                </a:cubicBezTo>
                <a:cubicBezTo>
                  <a:pt x="533" y="14336"/>
                  <a:pt x="565" y="15123"/>
                  <a:pt x="584" y="15787"/>
                </a:cubicBezTo>
                <a:cubicBezTo>
                  <a:pt x="619" y="17055"/>
                  <a:pt x="662" y="18214"/>
                  <a:pt x="700" y="18755"/>
                </a:cubicBezTo>
                <a:lnTo>
                  <a:pt x="721" y="19075"/>
                </a:lnTo>
                <a:lnTo>
                  <a:pt x="1085" y="19081"/>
                </a:lnTo>
                <a:lnTo>
                  <a:pt x="1442" y="19092"/>
                </a:lnTo>
                <a:lnTo>
                  <a:pt x="1455" y="19331"/>
                </a:lnTo>
                <a:lnTo>
                  <a:pt x="1462" y="19564"/>
                </a:lnTo>
                <a:lnTo>
                  <a:pt x="1675" y="19564"/>
                </a:lnTo>
                <a:cubicBezTo>
                  <a:pt x="1791" y="19564"/>
                  <a:pt x="2230" y="19553"/>
                  <a:pt x="2650" y="19534"/>
                </a:cubicBezTo>
                <a:cubicBezTo>
                  <a:pt x="3357" y="19504"/>
                  <a:pt x="3419" y="19506"/>
                  <a:pt x="3501" y="19552"/>
                </a:cubicBezTo>
                <a:lnTo>
                  <a:pt x="3591" y="19599"/>
                </a:lnTo>
                <a:lnTo>
                  <a:pt x="3508" y="19709"/>
                </a:lnTo>
                <a:cubicBezTo>
                  <a:pt x="3462" y="19771"/>
                  <a:pt x="3426" y="19835"/>
                  <a:pt x="3426" y="19849"/>
                </a:cubicBezTo>
                <a:cubicBezTo>
                  <a:pt x="3426" y="19863"/>
                  <a:pt x="3398" y="19904"/>
                  <a:pt x="3364" y="19942"/>
                </a:cubicBezTo>
                <a:cubicBezTo>
                  <a:pt x="3231" y="20087"/>
                  <a:pt x="2774" y="20840"/>
                  <a:pt x="2732" y="20983"/>
                </a:cubicBezTo>
                <a:cubicBezTo>
                  <a:pt x="2720" y="21028"/>
                  <a:pt x="2721" y="21124"/>
                  <a:pt x="2732" y="21199"/>
                </a:cubicBezTo>
                <a:cubicBezTo>
                  <a:pt x="2753" y="21331"/>
                  <a:pt x="2762" y="21333"/>
                  <a:pt x="3014" y="21466"/>
                </a:cubicBezTo>
                <a:cubicBezTo>
                  <a:pt x="3171" y="21549"/>
                  <a:pt x="3292" y="21600"/>
                  <a:pt x="3323" y="21589"/>
                </a:cubicBezTo>
                <a:cubicBezTo>
                  <a:pt x="3351" y="21578"/>
                  <a:pt x="3417" y="21561"/>
                  <a:pt x="3467" y="21554"/>
                </a:cubicBezTo>
                <a:cubicBezTo>
                  <a:pt x="3558" y="21540"/>
                  <a:pt x="3968" y="21208"/>
                  <a:pt x="3968" y="21146"/>
                </a:cubicBezTo>
                <a:cubicBezTo>
                  <a:pt x="3968" y="21130"/>
                  <a:pt x="4009" y="21099"/>
                  <a:pt x="4064" y="21082"/>
                </a:cubicBezTo>
                <a:cubicBezTo>
                  <a:pt x="4120" y="21066"/>
                  <a:pt x="4165" y="21037"/>
                  <a:pt x="4160" y="21018"/>
                </a:cubicBezTo>
                <a:cubicBezTo>
                  <a:pt x="4156" y="21000"/>
                  <a:pt x="4178" y="20989"/>
                  <a:pt x="4208" y="20989"/>
                </a:cubicBezTo>
                <a:cubicBezTo>
                  <a:pt x="4239" y="20989"/>
                  <a:pt x="4284" y="20968"/>
                  <a:pt x="4311" y="20949"/>
                </a:cubicBezTo>
                <a:cubicBezTo>
                  <a:pt x="4339" y="20929"/>
                  <a:pt x="4373" y="20925"/>
                  <a:pt x="4387" y="20937"/>
                </a:cubicBezTo>
                <a:cubicBezTo>
                  <a:pt x="4401" y="20949"/>
                  <a:pt x="4407" y="20924"/>
                  <a:pt x="4401" y="20885"/>
                </a:cubicBezTo>
                <a:cubicBezTo>
                  <a:pt x="4393" y="20835"/>
                  <a:pt x="4403" y="20815"/>
                  <a:pt x="4435" y="20820"/>
                </a:cubicBezTo>
                <a:cubicBezTo>
                  <a:pt x="4481" y="20829"/>
                  <a:pt x="4592" y="20724"/>
                  <a:pt x="4593" y="20669"/>
                </a:cubicBezTo>
                <a:cubicBezTo>
                  <a:pt x="4593" y="20653"/>
                  <a:pt x="4609" y="20639"/>
                  <a:pt x="4627" y="20634"/>
                </a:cubicBezTo>
                <a:cubicBezTo>
                  <a:pt x="4646" y="20629"/>
                  <a:pt x="4679" y="20591"/>
                  <a:pt x="4703" y="20553"/>
                </a:cubicBezTo>
                <a:cubicBezTo>
                  <a:pt x="4727" y="20514"/>
                  <a:pt x="4759" y="20483"/>
                  <a:pt x="4778" y="20483"/>
                </a:cubicBezTo>
                <a:cubicBezTo>
                  <a:pt x="4797" y="20483"/>
                  <a:pt x="4840" y="20439"/>
                  <a:pt x="4868" y="20384"/>
                </a:cubicBezTo>
                <a:cubicBezTo>
                  <a:pt x="4895" y="20329"/>
                  <a:pt x="4926" y="20285"/>
                  <a:pt x="4943" y="20285"/>
                </a:cubicBezTo>
                <a:cubicBezTo>
                  <a:pt x="4960" y="20285"/>
                  <a:pt x="4994" y="20253"/>
                  <a:pt x="5019" y="20215"/>
                </a:cubicBezTo>
                <a:cubicBezTo>
                  <a:pt x="5043" y="20178"/>
                  <a:pt x="5100" y="20094"/>
                  <a:pt x="5142" y="20029"/>
                </a:cubicBezTo>
                <a:cubicBezTo>
                  <a:pt x="5184" y="19964"/>
                  <a:pt x="5236" y="19913"/>
                  <a:pt x="5252" y="19913"/>
                </a:cubicBezTo>
                <a:cubicBezTo>
                  <a:pt x="5268" y="19913"/>
                  <a:pt x="5289" y="19879"/>
                  <a:pt x="5300" y="19843"/>
                </a:cubicBezTo>
                <a:cubicBezTo>
                  <a:pt x="5311" y="19807"/>
                  <a:pt x="5376" y="19719"/>
                  <a:pt x="5451" y="19651"/>
                </a:cubicBezTo>
                <a:lnTo>
                  <a:pt x="5588" y="19529"/>
                </a:lnTo>
                <a:lnTo>
                  <a:pt x="6241" y="19552"/>
                </a:lnTo>
                <a:cubicBezTo>
                  <a:pt x="6600" y="19564"/>
                  <a:pt x="7287" y="19576"/>
                  <a:pt x="7772" y="19581"/>
                </a:cubicBezTo>
                <a:cubicBezTo>
                  <a:pt x="8256" y="19586"/>
                  <a:pt x="8772" y="19605"/>
                  <a:pt x="8911" y="19622"/>
                </a:cubicBezTo>
                <a:cubicBezTo>
                  <a:pt x="9051" y="19638"/>
                  <a:pt x="9363" y="19650"/>
                  <a:pt x="9605" y="19651"/>
                </a:cubicBezTo>
                <a:cubicBezTo>
                  <a:pt x="10038" y="19652"/>
                  <a:pt x="10688" y="19679"/>
                  <a:pt x="11651" y="19738"/>
                </a:cubicBezTo>
                <a:cubicBezTo>
                  <a:pt x="11921" y="19755"/>
                  <a:pt x="12497" y="19783"/>
                  <a:pt x="12934" y="19796"/>
                </a:cubicBezTo>
                <a:cubicBezTo>
                  <a:pt x="13372" y="19810"/>
                  <a:pt x="13758" y="19828"/>
                  <a:pt x="13786" y="19837"/>
                </a:cubicBezTo>
                <a:cubicBezTo>
                  <a:pt x="13859" y="19860"/>
                  <a:pt x="14828" y="19913"/>
                  <a:pt x="15715" y="19942"/>
                </a:cubicBezTo>
                <a:cubicBezTo>
                  <a:pt x="16134" y="19955"/>
                  <a:pt x="16726" y="19980"/>
                  <a:pt x="17033" y="20000"/>
                </a:cubicBezTo>
                <a:cubicBezTo>
                  <a:pt x="17848" y="20054"/>
                  <a:pt x="18217" y="20049"/>
                  <a:pt x="18406" y="19971"/>
                </a:cubicBezTo>
                <a:cubicBezTo>
                  <a:pt x="18580" y="19900"/>
                  <a:pt x="18720" y="19770"/>
                  <a:pt x="18749" y="19657"/>
                </a:cubicBezTo>
                <a:cubicBezTo>
                  <a:pt x="18760" y="19614"/>
                  <a:pt x="18787" y="19541"/>
                  <a:pt x="18811" y="19494"/>
                </a:cubicBezTo>
                <a:cubicBezTo>
                  <a:pt x="18839" y="19438"/>
                  <a:pt x="18859" y="19197"/>
                  <a:pt x="18873" y="18819"/>
                </a:cubicBezTo>
                <a:cubicBezTo>
                  <a:pt x="18893" y="18262"/>
                  <a:pt x="18918" y="17920"/>
                  <a:pt x="18996" y="17050"/>
                </a:cubicBezTo>
                <a:cubicBezTo>
                  <a:pt x="19015" y="16844"/>
                  <a:pt x="19041" y="16497"/>
                  <a:pt x="19051" y="16276"/>
                </a:cubicBezTo>
                <a:cubicBezTo>
                  <a:pt x="19062" y="16055"/>
                  <a:pt x="19093" y="15601"/>
                  <a:pt x="19120" y="15269"/>
                </a:cubicBezTo>
                <a:cubicBezTo>
                  <a:pt x="19147" y="14937"/>
                  <a:pt x="19183" y="14326"/>
                  <a:pt x="19202" y="13907"/>
                </a:cubicBezTo>
                <a:cubicBezTo>
                  <a:pt x="19255" y="12789"/>
                  <a:pt x="19342" y="11573"/>
                  <a:pt x="19422" y="10818"/>
                </a:cubicBezTo>
                <a:cubicBezTo>
                  <a:pt x="19449" y="10565"/>
                  <a:pt x="19479" y="10090"/>
                  <a:pt x="19491" y="9759"/>
                </a:cubicBezTo>
                <a:cubicBezTo>
                  <a:pt x="19529" y="8676"/>
                  <a:pt x="19547" y="8454"/>
                  <a:pt x="19614" y="8397"/>
                </a:cubicBezTo>
                <a:cubicBezTo>
                  <a:pt x="19667" y="8352"/>
                  <a:pt x="19742" y="8350"/>
                  <a:pt x="20191" y="8350"/>
                </a:cubicBezTo>
                <a:cubicBezTo>
                  <a:pt x="20862" y="8350"/>
                  <a:pt x="20896" y="8333"/>
                  <a:pt x="21132" y="7984"/>
                </a:cubicBezTo>
                <a:cubicBezTo>
                  <a:pt x="21231" y="7836"/>
                  <a:pt x="21310" y="7047"/>
                  <a:pt x="21372" y="5493"/>
                </a:cubicBezTo>
                <a:cubicBezTo>
                  <a:pt x="21391" y="5011"/>
                  <a:pt x="21418" y="4487"/>
                  <a:pt x="21434" y="4329"/>
                </a:cubicBezTo>
                <a:cubicBezTo>
                  <a:pt x="21449" y="4171"/>
                  <a:pt x="21483" y="3788"/>
                  <a:pt x="21502" y="3480"/>
                </a:cubicBezTo>
                <a:cubicBezTo>
                  <a:pt x="21522" y="3172"/>
                  <a:pt x="21552" y="2725"/>
                  <a:pt x="21571" y="2491"/>
                </a:cubicBezTo>
                <a:cubicBezTo>
                  <a:pt x="21590" y="2256"/>
                  <a:pt x="21600" y="2054"/>
                  <a:pt x="21592" y="2042"/>
                </a:cubicBezTo>
                <a:cubicBezTo>
                  <a:pt x="21583" y="2031"/>
                  <a:pt x="21567" y="1955"/>
                  <a:pt x="21557" y="1868"/>
                </a:cubicBezTo>
                <a:cubicBezTo>
                  <a:pt x="21535" y="1668"/>
                  <a:pt x="21497" y="1594"/>
                  <a:pt x="21372" y="1484"/>
                </a:cubicBezTo>
                <a:cubicBezTo>
                  <a:pt x="21229" y="1357"/>
                  <a:pt x="20974" y="1311"/>
                  <a:pt x="20081" y="1257"/>
                </a:cubicBezTo>
                <a:cubicBezTo>
                  <a:pt x="18321" y="1150"/>
                  <a:pt x="18354" y="1154"/>
                  <a:pt x="18317" y="1071"/>
                </a:cubicBezTo>
                <a:cubicBezTo>
                  <a:pt x="18297" y="1028"/>
                  <a:pt x="18290" y="900"/>
                  <a:pt x="18303" y="774"/>
                </a:cubicBezTo>
                <a:lnTo>
                  <a:pt x="18324" y="559"/>
                </a:lnTo>
                <a:lnTo>
                  <a:pt x="18111" y="541"/>
                </a:lnTo>
                <a:cubicBezTo>
                  <a:pt x="17993" y="531"/>
                  <a:pt x="17658" y="511"/>
                  <a:pt x="17369" y="500"/>
                </a:cubicBezTo>
                <a:cubicBezTo>
                  <a:pt x="17081" y="490"/>
                  <a:pt x="16818" y="474"/>
                  <a:pt x="16786" y="460"/>
                </a:cubicBezTo>
                <a:cubicBezTo>
                  <a:pt x="16753" y="445"/>
                  <a:pt x="16731" y="400"/>
                  <a:pt x="16731" y="361"/>
                </a:cubicBezTo>
                <a:cubicBezTo>
                  <a:pt x="16731" y="295"/>
                  <a:pt x="16717" y="291"/>
                  <a:pt x="16559" y="291"/>
                </a:cubicBezTo>
                <a:cubicBezTo>
                  <a:pt x="16408" y="291"/>
                  <a:pt x="16383" y="281"/>
                  <a:pt x="16353" y="215"/>
                </a:cubicBezTo>
                <a:cubicBezTo>
                  <a:pt x="16335" y="175"/>
                  <a:pt x="16326" y="109"/>
                  <a:pt x="16326" y="70"/>
                </a:cubicBezTo>
                <a:lnTo>
                  <a:pt x="16326" y="0"/>
                </a:lnTo>
                <a:close/>
              </a:path>
            </a:pathLst>
          </a:custGeom>
          <a:ln w="25400">
            <a:solidFill>
              <a:srgbClr val="F3F7F5"/>
            </a:solidFill>
            <a:miter lim="400000"/>
          </a:ln>
          <a:effectLst>
            <a:outerShdw blurRad="50800" dist="25400" dir="3600000" rotWithShape="0">
              <a:srgbClr val="000000">
                <a:alpha val="70000"/>
              </a:srgbClr>
            </a:outerShdw>
          </a:effectLst>
        </p:spPr>
      </p:pic>
      <p:sp>
        <p:nvSpPr>
          <p:cNvPr id="3" name="政策监管变革"/>
          <p:cNvSpPr txBox="1"/>
          <p:nvPr/>
        </p:nvSpPr>
        <p:spPr>
          <a:xfrm>
            <a:off x="2205714" y="2948519"/>
            <a:ext cx="3738203" cy="795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500" spc="225">
                <a:solidFill>
                  <a:srgbClr val="945200"/>
                </a:solidFill>
              </a:defRPr>
            </a:lvl1pPr>
          </a:lstStyle>
          <a:p>
            <a:r>
              <a:rPr lang="zh-CN" altLang="en-US" dirty="0"/>
              <a:t>成本波动影响</a:t>
            </a:r>
            <a:endParaRPr dirty="0"/>
          </a:p>
        </p:txBody>
      </p:sp>
      <p:grpSp>
        <p:nvGrpSpPr>
          <p:cNvPr id="4" name="图像"/>
          <p:cNvGrpSpPr/>
          <p:nvPr/>
        </p:nvGrpSpPr>
        <p:grpSpPr>
          <a:xfrm>
            <a:off x="1176300" y="4619419"/>
            <a:ext cx="6748874" cy="4133028"/>
            <a:chOff x="0" y="0"/>
            <a:chExt cx="6748873" cy="4133027"/>
          </a:xfrm>
        </p:grpSpPr>
        <p:pic>
          <p:nvPicPr>
            <p:cNvPr id="5" name="图像" descr="图像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55600" y="342900"/>
              <a:ext cx="6075774" cy="3485328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6" name="图像" descr="图像"/>
            <p:cNvPicPr>
              <a:picLocks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0" y="0"/>
              <a:ext cx="6748874" cy="4133028"/>
            </a:xfrm>
            <a:prstGeom prst="rect">
              <a:avLst/>
            </a:prstGeom>
            <a:effectLst/>
          </p:spPr>
        </p:pic>
      </p:grpSp>
      <p:sp>
        <p:nvSpPr>
          <p:cNvPr id="7" name="e.g. 美国卫生与公众服务部(HHS)与食品药品监督管理局(FDA)今年4月公告,逐步淘汰食品中所有石油基合成染料，向天然替代品过渡。"/>
          <p:cNvSpPr txBox="1"/>
          <p:nvPr/>
        </p:nvSpPr>
        <p:spPr>
          <a:xfrm>
            <a:off x="1304020" y="9809534"/>
            <a:ext cx="6493435" cy="1179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just" defTabSz="914400">
              <a:lnSpc>
                <a:spcPct val="120000"/>
              </a:lnSpc>
              <a:defRPr sz="3000" spc="150"/>
            </a:lvl1pPr>
          </a:lstStyle>
          <a:p>
            <a:r>
              <a:rPr lang="zh-CN" altLang="en-US" dirty="0"/>
              <a:t>受林地砍伐与碳排政策影响，价格波动显著</a:t>
            </a:r>
            <a:r>
              <a:rPr dirty="0"/>
              <a:t>。</a:t>
            </a:r>
          </a:p>
        </p:txBody>
      </p:sp>
      <p:sp>
        <p:nvSpPr>
          <p:cNvPr id="8" name="世界各国鼓励生物替代"/>
          <p:cNvSpPr txBox="1"/>
          <p:nvPr/>
        </p:nvSpPr>
        <p:spPr>
          <a:xfrm>
            <a:off x="1895717" y="8957140"/>
            <a:ext cx="4914901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 defTabSz="914400">
              <a:lnSpc>
                <a:spcPct val="120000"/>
              </a:lnSpc>
              <a:defRPr sz="3600" spc="180">
                <a:solidFill>
                  <a:srgbClr val="945200"/>
                </a:solidFill>
              </a:defRPr>
            </a:lvl1pPr>
          </a:lstStyle>
          <a:p>
            <a:r>
              <a:t>世界各国鼓励生物替代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华文楷体"/>
            <a:ea typeface="华文楷体"/>
            <a:cs typeface="华文楷体"/>
            <a:sym typeface="华文楷体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华文楷体"/>
            <a:ea typeface="华文楷体"/>
            <a:cs typeface="华文楷体"/>
            <a:sym typeface="华文楷体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华文楷体"/>
            <a:ea typeface="华文楷体"/>
            <a:cs typeface="华文楷体"/>
            <a:sym typeface="华文楷体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华文楷体"/>
            <a:ea typeface="华文楷体"/>
            <a:cs typeface="华文楷体"/>
            <a:sym typeface="华文楷体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1153</TotalTime>
  <Words>58</Words>
  <Application>Microsoft Office PowerPoint</Application>
  <PresentationFormat>自定义</PresentationFormat>
  <Paragraphs>13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Apple Chancery</vt:lpstr>
      <vt:lpstr>Helvetica Neue</vt:lpstr>
      <vt:lpstr>Helvetica Neue Light</vt:lpstr>
      <vt:lpstr>Kaiti SC Regular</vt:lpstr>
      <vt:lpstr>仿宋</vt:lpstr>
      <vt:lpstr>华文楷体</vt:lpstr>
      <vt:lpstr>White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jiaming guan</cp:lastModifiedBy>
  <cp:revision>56</cp:revision>
  <dcterms:modified xsi:type="dcterms:W3CDTF">2025-10-29T08:29:15Z</dcterms:modified>
</cp:coreProperties>
</file>